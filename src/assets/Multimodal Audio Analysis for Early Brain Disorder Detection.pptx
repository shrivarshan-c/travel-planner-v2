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356" r:id="rId3"/>
    <p:sldId id="260" r:id="rId4"/>
    <p:sldId id="355" r:id="rId5"/>
    <p:sldId id="303" r:id="rId6"/>
    <p:sldId id="336" r:id="rId7"/>
    <p:sldId id="357" r:id="rId8"/>
    <p:sldId id="358" r:id="rId9"/>
    <p:sldId id="353" r:id="rId10"/>
    <p:sldId id="350" r:id="rId11"/>
    <p:sldId id="351" r:id="rId12"/>
    <p:sldId id="337" r:id="rId13"/>
    <p:sldId id="342" r:id="rId14"/>
    <p:sldId id="339" r:id="rId15"/>
    <p:sldId id="338" r:id="rId16"/>
    <p:sldId id="361" r:id="rId17"/>
    <p:sldId id="364" r:id="rId18"/>
    <p:sldId id="343" r:id="rId19"/>
    <p:sldId id="365" r:id="rId20"/>
    <p:sldId id="366" r:id="rId21"/>
    <p:sldId id="367" r:id="rId22"/>
    <p:sldId id="265" r:id="rId23"/>
    <p:sldId id="368" r:id="rId24"/>
    <p:sldId id="270" r:id="rId25"/>
  </p:sldIdLst>
  <p:sldSz cx="12192000" cy="6858000"/>
  <p:notesSz cx="9144000" cy="6858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0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191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588" autoAdjust="0"/>
    <p:restoredTop sz="88105" autoAdjust="0"/>
  </p:normalViewPr>
  <p:slideViewPr>
    <p:cSldViewPr snapToGrid="0">
      <p:cViewPr>
        <p:scale>
          <a:sx n="50" d="100"/>
          <a:sy n="50" d="100"/>
        </p:scale>
        <p:origin x="1260" y="156"/>
      </p:cViewPr>
      <p:guideLst>
        <p:guide orient="horz" pos="2160"/>
        <p:guide pos="3800"/>
      </p:guideLst>
    </p:cSldViewPr>
  </p:slideViewPr>
  <p:outlineViewPr>
    <p:cViewPr>
      <p:scale>
        <a:sx n="33" d="100"/>
        <a:sy n="33" d="100"/>
      </p:scale>
      <p:origin x="0" y="0"/>
    </p:cViewPr>
  </p:outlin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E58581B-E292-0013-9E6C-DAA1B81AF976}"/>
              </a:ext>
            </a:extLst>
          </p:cNvPr>
          <p:cNvSpPr>
            <a:spLocks noGrp="1"/>
          </p:cNvSpPr>
          <p:nvPr>
            <p:ph type="hdr" sz="quarter"/>
          </p:nvPr>
        </p:nvSpPr>
        <p:spPr>
          <a:xfrm>
            <a:off x="0" y="0"/>
            <a:ext cx="3962400" cy="344488"/>
          </a:xfrm>
          <a:prstGeom prst="rect">
            <a:avLst/>
          </a:prstGeom>
        </p:spPr>
        <p:txBody>
          <a:bodyPr vert="horz" wrap="square" lIns="91440" tIns="45720" rIns="91440" bIns="45720" numCol="1" anchor="t" anchorCtr="0" compatLnSpc="1">
            <a:prstTxWarp prst="textNoShape">
              <a:avLst/>
            </a:prstTxWarp>
          </a:bodyPr>
          <a:lstStyle>
            <a:lvl1pPr eaLnBrk="1" hangingPunct="1">
              <a:buFont typeface="Arial" panose="020B0604020202020204" pitchFamily="34" charset="0"/>
              <a:buNone/>
              <a:defRPr sz="1200">
                <a:latin typeface="Calibri" pitchFamily="34" charset="0"/>
              </a:defRPr>
            </a:lvl1pPr>
          </a:lstStyle>
          <a:p>
            <a:pPr>
              <a:defRPr/>
            </a:pPr>
            <a:endParaRPr lang="en-IN" altLang="en-US"/>
          </a:p>
        </p:txBody>
      </p:sp>
      <p:sp>
        <p:nvSpPr>
          <p:cNvPr id="3" name="Date Placeholder 2">
            <a:extLst>
              <a:ext uri="{FF2B5EF4-FFF2-40B4-BE49-F238E27FC236}">
                <a16:creationId xmlns:a16="http://schemas.microsoft.com/office/drawing/2014/main" id="{2DE8C2E2-0676-D12E-64D9-85846F0662BC}"/>
              </a:ext>
            </a:extLst>
          </p:cNvPr>
          <p:cNvSpPr>
            <a:spLocks noGrp="1"/>
          </p:cNvSpPr>
          <p:nvPr>
            <p:ph type="dt" idx="1"/>
          </p:nvPr>
        </p:nvSpPr>
        <p:spPr>
          <a:xfrm>
            <a:off x="5180013" y="0"/>
            <a:ext cx="3962400" cy="344488"/>
          </a:xfrm>
          <a:prstGeom prst="rect">
            <a:avLst/>
          </a:prstGeom>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200">
                <a:latin typeface="Calibri" pitchFamily="34" charset="0"/>
              </a:defRPr>
            </a:lvl1pPr>
          </a:lstStyle>
          <a:p>
            <a:pPr>
              <a:defRPr/>
            </a:pPr>
            <a:endParaRPr lang="en-IN" altLang="en-US"/>
          </a:p>
        </p:txBody>
      </p:sp>
      <p:sp>
        <p:nvSpPr>
          <p:cNvPr id="4" name="Slide Image Placeholder 3">
            <a:extLst>
              <a:ext uri="{FF2B5EF4-FFF2-40B4-BE49-F238E27FC236}">
                <a16:creationId xmlns:a16="http://schemas.microsoft.com/office/drawing/2014/main" id="{F80D8A4D-FEBC-82E2-0D91-5A0EE8A9EE73}"/>
              </a:ext>
            </a:extLst>
          </p:cNvPr>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0B33D83C-0041-D7E3-9502-82C4D64FE54F}"/>
              </a:ext>
            </a:extLst>
          </p:cNvPr>
          <p:cNvSpPr>
            <a:spLocks noGrp="1"/>
          </p:cNvSpPr>
          <p:nvPr>
            <p:ph type="body" sz="quarter" idx="3"/>
          </p:nvPr>
        </p:nvSpPr>
        <p:spPr>
          <a:xfrm>
            <a:off x="914400" y="3300413"/>
            <a:ext cx="7315200" cy="2700337"/>
          </a:xfrm>
          <a:prstGeom prst="rect">
            <a:avLst/>
          </a:prstGeom>
        </p:spPr>
        <p:txBody>
          <a:bodyPr vert="horz" wrap="square" lIns="91440" tIns="45720" rIns="91440" bIns="45720" numCol="1" anchor="t" anchorCtr="0" compatLnSpc="1">
            <a:prstTxWarp prst="textNoShape">
              <a:avLst/>
            </a:prstTxWarp>
          </a:bodyPr>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endParaRPr lang="en-IN" altLang="en-US" noProof="0"/>
          </a:p>
        </p:txBody>
      </p:sp>
      <p:sp>
        <p:nvSpPr>
          <p:cNvPr id="6" name="Footer Placeholder 5">
            <a:extLst>
              <a:ext uri="{FF2B5EF4-FFF2-40B4-BE49-F238E27FC236}">
                <a16:creationId xmlns:a16="http://schemas.microsoft.com/office/drawing/2014/main" id="{A038935C-EFE0-D14C-4703-CDE0C2C21081}"/>
              </a:ext>
            </a:extLst>
          </p:cNvPr>
          <p:cNvSpPr>
            <a:spLocks noGrp="1"/>
          </p:cNvSpPr>
          <p:nvPr>
            <p:ph type="ftr" sz="quarter" idx="4"/>
          </p:nvPr>
        </p:nvSpPr>
        <p:spPr>
          <a:xfrm>
            <a:off x="0" y="6513513"/>
            <a:ext cx="3962400" cy="344487"/>
          </a:xfrm>
          <a:prstGeom prst="rect">
            <a:avLst/>
          </a:prstGeom>
        </p:spPr>
        <p:txBody>
          <a:bodyPr vert="horz" wrap="square" lIns="91440" tIns="45720" rIns="91440" bIns="45720" numCol="1" anchor="b" anchorCtr="0" compatLnSpc="1">
            <a:prstTxWarp prst="textNoShape">
              <a:avLst/>
            </a:prstTxWarp>
          </a:bodyPr>
          <a:lstStyle>
            <a:lvl1pPr eaLnBrk="1" hangingPunct="1">
              <a:buFont typeface="Arial" panose="020B0604020202020204" pitchFamily="34" charset="0"/>
              <a:buNone/>
              <a:defRPr sz="1200">
                <a:latin typeface="Calibri" pitchFamily="34" charset="0"/>
              </a:defRPr>
            </a:lvl1pPr>
          </a:lstStyle>
          <a:p>
            <a:pPr>
              <a:defRPr/>
            </a:pPr>
            <a:endParaRPr lang="en-IN" altLang="en-US"/>
          </a:p>
        </p:txBody>
      </p:sp>
      <p:sp>
        <p:nvSpPr>
          <p:cNvPr id="7" name="Slide Number Placeholder 6">
            <a:extLst>
              <a:ext uri="{FF2B5EF4-FFF2-40B4-BE49-F238E27FC236}">
                <a16:creationId xmlns:a16="http://schemas.microsoft.com/office/drawing/2014/main" id="{4981EE1B-44DB-9CE4-9C5F-C300A42314E7}"/>
              </a:ext>
            </a:extLst>
          </p:cNvPr>
          <p:cNvSpPr>
            <a:spLocks noGrp="1"/>
          </p:cNvSpPr>
          <p:nvPr>
            <p:ph type="sldNum" sz="quarter" idx="5"/>
          </p:nvPr>
        </p:nvSpPr>
        <p:spPr>
          <a:xfrm>
            <a:off x="5180013" y="6513513"/>
            <a:ext cx="3962400" cy="344487"/>
          </a:xfrm>
          <a:prstGeom prst="rect">
            <a:avLst/>
          </a:prstGeom>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smtClean="0">
                <a:latin typeface="Calibri" panose="020F0502020204030204" pitchFamily="34" charset="0"/>
              </a:defRPr>
            </a:lvl1pPr>
          </a:lstStyle>
          <a:p>
            <a:pPr>
              <a:defRPr/>
            </a:pPr>
            <a:fld id="{4191A3A8-995D-4602-AF80-369FF362CA58}"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F04D823F-A310-29AC-3F11-CE3F70D49FF4}"/>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5123" name="Notes Placeholder 2">
            <a:extLst>
              <a:ext uri="{FF2B5EF4-FFF2-40B4-BE49-F238E27FC236}">
                <a16:creationId xmlns:a16="http://schemas.microsoft.com/office/drawing/2014/main" id="{EF812EE0-DF4D-7A9D-A0F7-1ABD222C2F35}"/>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a:lstStyle/>
          <a:p>
            <a:pPr>
              <a:buFontTx/>
              <a:buChar char="•"/>
            </a:pPr>
            <a:r>
              <a:rPr lang="en-US" altLang="zh-CN">
                <a:ea typeface="SimSun" panose="02010600030101010101" pitchFamily="2" charset="-122"/>
              </a:rPr>
              <a:t> Don’t include any decorative contents ( images , animations , sounds etc..)</a:t>
            </a:r>
          </a:p>
          <a:p>
            <a:pPr>
              <a:buFontTx/>
              <a:buChar char="•"/>
            </a:pPr>
            <a:r>
              <a:rPr lang="en-US" altLang="zh-CN">
                <a:ea typeface="SimSun" panose="02010600030101010101" pitchFamily="2" charset="-122"/>
              </a:rPr>
              <a:t> Don’t change background in to different colors.</a:t>
            </a:r>
          </a:p>
          <a:p>
            <a:pPr>
              <a:buFontTx/>
              <a:buChar char="•"/>
            </a:pPr>
            <a:r>
              <a:rPr lang="en-US" altLang="zh-CN">
                <a:ea typeface="SimSun" panose="02010600030101010101" pitchFamily="2" charset="-122"/>
              </a:rPr>
              <a:t> Ensure that date of presentation &amp; batch number is updated before sending this ppt.</a:t>
            </a:r>
          </a:p>
        </p:txBody>
      </p:sp>
      <p:sp>
        <p:nvSpPr>
          <p:cNvPr id="5124" name="Slide Number Placeholder 3">
            <a:extLst>
              <a:ext uri="{FF2B5EF4-FFF2-40B4-BE49-F238E27FC236}">
                <a16:creationId xmlns:a16="http://schemas.microsoft.com/office/drawing/2014/main" id="{C5B7023F-E863-B912-4CA3-551AC82A60F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3D87D576-4F8B-425A-BDD5-11F3C106B68D}" type="slidenum">
              <a:rPr lang="en-IN" altLang="en-US">
                <a:latin typeface="Calibri" panose="020F0502020204030204" pitchFamily="34" charset="0"/>
              </a:rPr>
              <a:pPr>
                <a:buFontTx/>
                <a:buNone/>
              </a:pPr>
              <a:t>1</a:t>
            </a:fld>
            <a:endParaRPr lang="en-IN" altLang="en-US">
              <a:latin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Slide Image Placeholder 1">
            <a:extLst>
              <a:ext uri="{FF2B5EF4-FFF2-40B4-BE49-F238E27FC236}">
                <a16:creationId xmlns:a16="http://schemas.microsoft.com/office/drawing/2014/main" id="{9DDD09CE-A111-4228-D0F2-19327FD39482}"/>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71" name="Notes Placeholder 2">
            <a:extLst>
              <a:ext uri="{FF2B5EF4-FFF2-40B4-BE49-F238E27FC236}">
                <a16:creationId xmlns:a16="http://schemas.microsoft.com/office/drawing/2014/main" id="{27930BE1-D2F0-E429-5C96-263C96D28815}"/>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zh-CN">
                <a:ea typeface="SimSun" panose="02010600030101010101" pitchFamily="2" charset="-122"/>
              </a:rPr>
              <a:t>This order can be varied based on the project Domain</a:t>
            </a:r>
          </a:p>
          <a:p>
            <a:endParaRPr lang="en-US" altLang="zh-CN">
              <a:ea typeface="SimSun" panose="02010600030101010101" pitchFamily="2" charset="-122"/>
            </a:endParaRPr>
          </a:p>
        </p:txBody>
      </p:sp>
      <p:sp>
        <p:nvSpPr>
          <p:cNvPr id="7172" name="Slide Number Placeholder 3">
            <a:extLst>
              <a:ext uri="{FF2B5EF4-FFF2-40B4-BE49-F238E27FC236}">
                <a16:creationId xmlns:a16="http://schemas.microsoft.com/office/drawing/2014/main" id="{A65C0FE4-681C-9B47-DB09-95F8B8BF911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1C1C75BE-3AAE-49D9-ABB0-ACD4703BCAE6}" type="slidenum">
              <a:rPr lang="en-IN" altLang="en-US">
                <a:latin typeface="Calibri" panose="020F0502020204030204" pitchFamily="34" charset="0"/>
              </a:rPr>
              <a:pPr>
                <a:buFontTx/>
                <a:buNone/>
              </a:pPr>
              <a:t>2</a:t>
            </a:fld>
            <a:endParaRPr lang="en-IN" altLang="en-US">
              <a:latin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2BE7E2D9-5455-ECB7-C647-B318D89252EF}"/>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9219" name="Notes Placeholder 2">
            <a:extLst>
              <a:ext uri="{FF2B5EF4-FFF2-40B4-BE49-F238E27FC236}">
                <a16:creationId xmlns:a16="http://schemas.microsoft.com/office/drawing/2014/main" id="{A39DF666-8FBB-726D-17B7-3B23C707ABA4}"/>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a:lstStyle/>
          <a:p>
            <a:pPr>
              <a:buFontTx/>
              <a:buChar char="•"/>
            </a:pPr>
            <a:r>
              <a:rPr lang="en-US" altLang="zh-CN">
                <a:ea typeface="SimSun" panose="02010600030101010101" pitchFamily="2" charset="-122"/>
              </a:rPr>
              <a:t>This order can be varied based on the project Domain</a:t>
            </a:r>
          </a:p>
          <a:p>
            <a:endParaRPr lang="en-US" altLang="zh-CN">
              <a:ea typeface="SimSun" panose="02010600030101010101" pitchFamily="2" charset="-122"/>
            </a:endParaRPr>
          </a:p>
        </p:txBody>
      </p:sp>
      <p:sp>
        <p:nvSpPr>
          <p:cNvPr id="9220" name="Slide Number Placeholder 3">
            <a:extLst>
              <a:ext uri="{FF2B5EF4-FFF2-40B4-BE49-F238E27FC236}">
                <a16:creationId xmlns:a16="http://schemas.microsoft.com/office/drawing/2014/main" id="{EFF1FD8A-5DE9-F327-643D-0264251FF6A8}"/>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50C40B91-C2EE-439D-9415-439FC6B192EA}" type="slidenum">
              <a:rPr lang="en-IN" altLang="en-US">
                <a:latin typeface="Calibri" panose="020F0502020204030204" pitchFamily="34" charset="0"/>
              </a:rPr>
              <a:pPr>
                <a:buFontTx/>
                <a:buNone/>
              </a:pPr>
              <a:t>3</a:t>
            </a:fld>
            <a:endParaRPr lang="en-IN" altLang="en-US">
              <a:latin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Image Placeholder 1">
            <a:extLst>
              <a:ext uri="{FF2B5EF4-FFF2-40B4-BE49-F238E27FC236}">
                <a16:creationId xmlns:a16="http://schemas.microsoft.com/office/drawing/2014/main" id="{3C13E07A-5B63-C6EE-C64B-73A2228BFF0D}"/>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7" name="Notes Placeholder 2">
            <a:extLst>
              <a:ext uri="{FF2B5EF4-FFF2-40B4-BE49-F238E27FC236}">
                <a16:creationId xmlns:a16="http://schemas.microsoft.com/office/drawing/2014/main" id="{6D49B7CC-564D-668D-3BB3-F6088B1DCE62}"/>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zh-CN">
                <a:ea typeface="SimSun" panose="02010600030101010101" pitchFamily="2" charset="-122"/>
              </a:rPr>
              <a:t>This order can be varied based on the project Domain</a:t>
            </a:r>
          </a:p>
          <a:p>
            <a:endParaRPr lang="en-US" altLang="zh-CN">
              <a:ea typeface="SimSun" panose="02010600030101010101" pitchFamily="2" charset="-122"/>
            </a:endParaRPr>
          </a:p>
        </p:txBody>
      </p:sp>
      <p:sp>
        <p:nvSpPr>
          <p:cNvPr id="11268" name="Slide Number Placeholder 3">
            <a:extLst>
              <a:ext uri="{FF2B5EF4-FFF2-40B4-BE49-F238E27FC236}">
                <a16:creationId xmlns:a16="http://schemas.microsoft.com/office/drawing/2014/main" id="{0E051957-11D4-39AC-BF92-6C85DDD25B6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D5CE8F84-7765-4971-BC34-03977398F3EE}" type="slidenum">
              <a:rPr lang="en-IN" altLang="en-US">
                <a:latin typeface="Calibri" panose="020F0502020204030204" pitchFamily="34" charset="0"/>
              </a:rPr>
              <a:pPr>
                <a:buFontTx/>
                <a:buNone/>
              </a:pPr>
              <a:t>4</a:t>
            </a:fld>
            <a:endParaRPr lang="en-IN" altLang="en-US">
              <a:latin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Image Placeholder 1">
            <a:extLst>
              <a:ext uri="{FF2B5EF4-FFF2-40B4-BE49-F238E27FC236}">
                <a16:creationId xmlns:a16="http://schemas.microsoft.com/office/drawing/2014/main" id="{447F2BDC-4C15-7FB8-8D48-D4AC87805B51}"/>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13315" name="Notes Placeholder 2">
            <a:extLst>
              <a:ext uri="{FF2B5EF4-FFF2-40B4-BE49-F238E27FC236}">
                <a16:creationId xmlns:a16="http://schemas.microsoft.com/office/drawing/2014/main" id="{AD87E2E4-BF08-1812-B342-40C1481F5DF6}"/>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a:lstStyle/>
          <a:p>
            <a:r>
              <a:rPr lang="en-US" altLang="zh-CN">
                <a:ea typeface="SimSun" panose="02010600030101010101" pitchFamily="2" charset="-122"/>
              </a:rPr>
              <a:t>A minimum of 8 journal papers to be used. (select papers from the Journals like IEEE, Springer, Elsevier, Wiley)</a:t>
            </a:r>
          </a:p>
          <a:p>
            <a:r>
              <a:rPr lang="en-US" altLang="zh-CN">
                <a:ea typeface="SimSun" panose="02010600030101010101" pitchFamily="2" charset="-122"/>
              </a:rPr>
              <a:t>Paper details : title of the paper</a:t>
            </a:r>
          </a:p>
          <a:p>
            <a:r>
              <a:rPr lang="en-US" altLang="zh-CN">
                <a:ea typeface="SimSun" panose="02010600030101010101" pitchFamily="2" charset="-122"/>
              </a:rPr>
              <a:t>Journal Detail : Name of the journal , year , volume no , issue no</a:t>
            </a:r>
          </a:p>
          <a:p>
            <a:r>
              <a:rPr lang="en-US" altLang="zh-CN">
                <a:ea typeface="SimSun" panose="02010600030101010101" pitchFamily="2" charset="-122"/>
              </a:rPr>
              <a:t>Methodology : Technique , Algorithm, Domain etc…</a:t>
            </a:r>
          </a:p>
        </p:txBody>
      </p:sp>
      <p:sp>
        <p:nvSpPr>
          <p:cNvPr id="13316" name="Slide Number Placeholder 3">
            <a:extLst>
              <a:ext uri="{FF2B5EF4-FFF2-40B4-BE49-F238E27FC236}">
                <a16:creationId xmlns:a16="http://schemas.microsoft.com/office/drawing/2014/main" id="{B5533557-F99B-C39F-F3C6-0DA0B01441C4}"/>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D950C046-FE4D-4404-A480-76FF078CEA9E}" type="slidenum">
              <a:rPr lang="en-IN" altLang="en-US">
                <a:latin typeface="Calibri" panose="020F0502020204030204" pitchFamily="34" charset="0"/>
              </a:rPr>
              <a:pPr>
                <a:buFontTx/>
                <a:buNone/>
              </a:pPr>
              <a:t>5</a:t>
            </a:fld>
            <a:endParaRPr lang="en-IN" altLang="en-US">
              <a:latin typeface="Calibri" panose="020F050202020403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E6251650-76D4-4834-3C13-543E6E13DBD5}"/>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a:extLst>
              <a:ext uri="{FF2B5EF4-FFF2-40B4-BE49-F238E27FC236}">
                <a16:creationId xmlns:a16="http://schemas.microsoft.com/office/drawing/2014/main" id="{FC591D5C-444C-722C-87F8-C0EEFF04728A}"/>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A minimum of 8 journal papers to be used. (select papers from the Journals like IEEE, Springer, Elsevier, Wiley)</a:t>
            </a:r>
          </a:p>
          <a:p>
            <a:r>
              <a:rPr lang="en-US" altLang="zh-CN">
                <a:ea typeface="SimSun" panose="02010600030101010101" pitchFamily="2" charset="-122"/>
              </a:rPr>
              <a:t>Paper details : title of the paper</a:t>
            </a:r>
          </a:p>
          <a:p>
            <a:r>
              <a:rPr lang="en-US" altLang="zh-CN">
                <a:ea typeface="SimSun" panose="02010600030101010101" pitchFamily="2" charset="-122"/>
              </a:rPr>
              <a:t>Journal Detail : Name of the journal , year , volume no , issue no</a:t>
            </a:r>
          </a:p>
          <a:p>
            <a:r>
              <a:rPr lang="en-US" altLang="zh-CN">
                <a:ea typeface="SimSun" panose="02010600030101010101" pitchFamily="2" charset="-122"/>
              </a:rPr>
              <a:t>Methodology : Technique , Algorithm, Domain etc…</a:t>
            </a:r>
          </a:p>
        </p:txBody>
      </p:sp>
      <p:sp>
        <p:nvSpPr>
          <p:cNvPr id="15364" name="Slide Number Placeholder 3">
            <a:extLst>
              <a:ext uri="{FF2B5EF4-FFF2-40B4-BE49-F238E27FC236}">
                <a16:creationId xmlns:a16="http://schemas.microsoft.com/office/drawing/2014/main" id="{DC6AE30A-29C4-74B4-1942-78B74B1E450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9939125C-3790-4BBC-B325-F5B1A4A371BF}" type="slidenum">
              <a:rPr lang="en-IN" altLang="en-US">
                <a:latin typeface="Calibri" panose="020F0502020204030204" pitchFamily="34" charset="0"/>
              </a:rPr>
              <a:pPr>
                <a:buFontTx/>
                <a:buNone/>
              </a:pPr>
              <a:t>6</a:t>
            </a:fld>
            <a:endParaRPr lang="en-IN" altLang="en-US">
              <a:latin typeface="Calibri" panose="020F050202020403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60E198FC-B61A-65AB-D03B-2F75479B92D2}"/>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FD321693-8CDC-0B96-B039-17371F4D43DE}"/>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zh-CN">
                <a:ea typeface="SimSun" panose="02010600030101010101" pitchFamily="2" charset="-122"/>
              </a:rPr>
              <a:t>Discuss about the problem statement identified in your project and their solutions  (not in paragraphs ….only bulletins )</a:t>
            </a:r>
          </a:p>
        </p:txBody>
      </p:sp>
      <p:sp>
        <p:nvSpPr>
          <p:cNvPr id="17412" name="Slide Number Placeholder 3">
            <a:extLst>
              <a:ext uri="{FF2B5EF4-FFF2-40B4-BE49-F238E27FC236}">
                <a16:creationId xmlns:a16="http://schemas.microsoft.com/office/drawing/2014/main" id="{C9D9A671-8665-6AC3-E1AA-5EC33AC6D6F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C0A45972-C10B-490E-9118-03C47011A5BD}" type="slidenum">
              <a:rPr lang="en-IN" altLang="en-US">
                <a:latin typeface="Calibri" panose="020F0502020204030204" pitchFamily="34" charset="0"/>
              </a:rPr>
              <a:pPr>
                <a:buFontTx/>
                <a:buNone/>
              </a:pPr>
              <a:t>7</a:t>
            </a:fld>
            <a:endParaRPr lang="en-IN" altLang="en-US">
              <a:latin typeface="Calibri" panose="020F050202020403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Slide Image Placeholder 1">
            <a:extLst>
              <a:ext uri="{FF2B5EF4-FFF2-40B4-BE49-F238E27FC236}">
                <a16:creationId xmlns:a16="http://schemas.microsoft.com/office/drawing/2014/main" id="{5A4411F3-7C9F-F5B2-C3FC-28991FD7B346}"/>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9" name="Notes Placeholder 2">
            <a:extLst>
              <a:ext uri="{FF2B5EF4-FFF2-40B4-BE49-F238E27FC236}">
                <a16:creationId xmlns:a16="http://schemas.microsoft.com/office/drawing/2014/main" id="{34F27287-DF0C-66D2-A59A-123F34874788}"/>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zh-CN">
                <a:ea typeface="SimSun" panose="02010600030101010101" pitchFamily="2" charset="-122"/>
              </a:rPr>
              <a:t>Mention the Motivation statement ….(what is your project work in statements …….not in paragraph ………only bulletin points</a:t>
            </a:r>
          </a:p>
        </p:txBody>
      </p:sp>
      <p:sp>
        <p:nvSpPr>
          <p:cNvPr id="19460" name="Slide Number Placeholder 3">
            <a:extLst>
              <a:ext uri="{FF2B5EF4-FFF2-40B4-BE49-F238E27FC236}">
                <a16:creationId xmlns:a16="http://schemas.microsoft.com/office/drawing/2014/main" id="{4E373369-55E4-15B6-6FE5-401538804E9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7CE1E8D3-2442-4ACA-8F3E-9468F0AAA43D}" type="slidenum">
              <a:rPr lang="en-IN" altLang="en-US">
                <a:latin typeface="Calibri" panose="020F0502020204030204" pitchFamily="34" charset="0"/>
              </a:rPr>
              <a:pPr>
                <a:buFontTx/>
                <a:buNone/>
              </a:pPr>
              <a:t>8</a:t>
            </a:fld>
            <a:endParaRPr lang="en-IN" altLang="en-US">
              <a:latin typeface="Calibri" panose="020F050202020403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162D22DE-517C-E711-F027-7A53CFCB3A61}"/>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7" name="Notes Placeholder 2">
            <a:extLst>
              <a:ext uri="{FF2B5EF4-FFF2-40B4-BE49-F238E27FC236}">
                <a16:creationId xmlns:a16="http://schemas.microsoft.com/office/drawing/2014/main" id="{6345CBA2-5768-EBFD-D782-74BD485F501C}"/>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Mention the Objective statement ….(what is your project work in statements …….not in paragraph ………only bulletin points)</a:t>
            </a:r>
          </a:p>
        </p:txBody>
      </p:sp>
      <p:sp>
        <p:nvSpPr>
          <p:cNvPr id="21508" name="Slide Number Placeholder 3">
            <a:extLst>
              <a:ext uri="{FF2B5EF4-FFF2-40B4-BE49-F238E27FC236}">
                <a16:creationId xmlns:a16="http://schemas.microsoft.com/office/drawing/2014/main" id="{AF0C8A5D-0654-565A-09B8-F27E7F48AD0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359EE93F-1A56-47E2-A30B-565A8AF62649}" type="slidenum">
              <a:rPr lang="en-IN" altLang="en-US">
                <a:latin typeface="Calibri" panose="020F0502020204030204" pitchFamily="34" charset="0"/>
              </a:rPr>
              <a:pPr>
                <a:buFontTx/>
                <a:buNone/>
              </a:pPr>
              <a:t>9</a:t>
            </a:fld>
            <a:endParaRPr lang="en-IN" altLang="en-US">
              <a:latin typeface="Calibri" panose="020F050202020403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a:extLst>
              <a:ext uri="{FF2B5EF4-FFF2-40B4-BE49-F238E27FC236}">
                <a16:creationId xmlns:a16="http://schemas.microsoft.com/office/drawing/2014/main" id="{3E43BECF-016D-941D-3BDF-90B33034C5EA}"/>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Notes Placeholder 2">
            <a:extLst>
              <a:ext uri="{FF2B5EF4-FFF2-40B4-BE49-F238E27FC236}">
                <a16:creationId xmlns:a16="http://schemas.microsoft.com/office/drawing/2014/main" id="{8DB52605-46D7-9D6E-3EBF-B0E04A50F83D}"/>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zh-CN">
                <a:ea typeface="SimSun" panose="02010600030101010101" pitchFamily="2" charset="-122"/>
              </a:rPr>
              <a:t> About the Introduction of your project</a:t>
            </a:r>
          </a:p>
        </p:txBody>
      </p:sp>
      <p:sp>
        <p:nvSpPr>
          <p:cNvPr id="23556" name="Slide Number Placeholder 3">
            <a:extLst>
              <a:ext uri="{FF2B5EF4-FFF2-40B4-BE49-F238E27FC236}">
                <a16:creationId xmlns:a16="http://schemas.microsoft.com/office/drawing/2014/main" id="{4DEC9F83-DCF4-7435-13FB-F0E73F78E1C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FC56952D-F686-45FF-B054-7E34D296ED8C}" type="slidenum">
              <a:rPr lang="en-IN" altLang="en-US">
                <a:latin typeface="Calibri" panose="020F0502020204030204" pitchFamily="34" charset="0"/>
              </a:rPr>
              <a:pPr>
                <a:buFontTx/>
                <a:buNone/>
              </a:pPr>
              <a:t>10</a:t>
            </a:fld>
            <a:endParaRPr lang="en-IN" altLang="en-US">
              <a:latin typeface="Calibri" panose="020F050202020403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Image Placeholder 1">
            <a:extLst>
              <a:ext uri="{FF2B5EF4-FFF2-40B4-BE49-F238E27FC236}">
                <a16:creationId xmlns:a16="http://schemas.microsoft.com/office/drawing/2014/main" id="{5997E0DB-445E-AD74-45FD-33D566782CE0}"/>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3" name="Notes Placeholder 2">
            <a:extLst>
              <a:ext uri="{FF2B5EF4-FFF2-40B4-BE49-F238E27FC236}">
                <a16:creationId xmlns:a16="http://schemas.microsoft.com/office/drawing/2014/main" id="{08CEB841-5DB4-402B-710D-C87469E969B0}"/>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Char char="•"/>
            </a:pPr>
            <a:r>
              <a:rPr lang="en-US" altLang="zh-CN">
                <a:ea typeface="SimSun" panose="02010600030101010101" pitchFamily="2" charset="-122"/>
              </a:rPr>
              <a:t> Discuss about the Abstract identified in your project and their solutions  (not in paragraphs ….only bulletins )</a:t>
            </a:r>
          </a:p>
        </p:txBody>
      </p:sp>
      <p:sp>
        <p:nvSpPr>
          <p:cNvPr id="25604" name="Slide Number Placeholder 3">
            <a:extLst>
              <a:ext uri="{FF2B5EF4-FFF2-40B4-BE49-F238E27FC236}">
                <a16:creationId xmlns:a16="http://schemas.microsoft.com/office/drawing/2014/main" id="{56184139-70F6-D20D-F4B4-174A59E7C12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9598CF1A-5572-456F-89CA-1CFA1E488217}" type="slidenum">
              <a:rPr lang="en-IN" altLang="en-US">
                <a:latin typeface="Calibri" panose="020F0502020204030204" pitchFamily="34" charset="0"/>
              </a:rPr>
              <a:pPr>
                <a:buFontTx/>
                <a:buNone/>
              </a:pPr>
              <a:t>11</a:t>
            </a:fld>
            <a:endParaRPr lang="en-IN" altLang="en-US">
              <a:latin typeface="Calibri" panose="020F050202020403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Slide Image Placeholder 1">
            <a:extLst>
              <a:ext uri="{FF2B5EF4-FFF2-40B4-BE49-F238E27FC236}">
                <a16:creationId xmlns:a16="http://schemas.microsoft.com/office/drawing/2014/main" id="{F42AAD42-5055-675E-B6CD-73248EA891FC}"/>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1" name="Notes Placeholder 2">
            <a:extLst>
              <a:ext uri="{FF2B5EF4-FFF2-40B4-BE49-F238E27FC236}">
                <a16:creationId xmlns:a16="http://schemas.microsoft.com/office/drawing/2014/main" id="{115FF644-D9EF-33B0-0DBF-EB6D0C5FBA77}"/>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Explain about the Block Diagram of the Project</a:t>
            </a:r>
          </a:p>
        </p:txBody>
      </p:sp>
      <p:sp>
        <p:nvSpPr>
          <p:cNvPr id="27652" name="Slide Number Placeholder 3">
            <a:extLst>
              <a:ext uri="{FF2B5EF4-FFF2-40B4-BE49-F238E27FC236}">
                <a16:creationId xmlns:a16="http://schemas.microsoft.com/office/drawing/2014/main" id="{E6CBBD60-18D6-4B03-F430-9DC2D54FB91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53EA46C1-8956-412D-B796-FFD500342A7F}" type="slidenum">
              <a:rPr lang="en-IN" altLang="en-US">
                <a:latin typeface="Calibri" panose="020F0502020204030204" pitchFamily="34" charset="0"/>
              </a:rPr>
              <a:pPr>
                <a:buFontTx/>
                <a:buNone/>
              </a:pPr>
              <a:t>12</a:t>
            </a:fld>
            <a:endParaRPr lang="en-IN" altLang="en-US">
              <a:latin typeface="Calibri" panose="020F050202020403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Slide Image Placeholder 1">
            <a:extLst>
              <a:ext uri="{FF2B5EF4-FFF2-40B4-BE49-F238E27FC236}">
                <a16:creationId xmlns:a16="http://schemas.microsoft.com/office/drawing/2014/main" id="{3A629DFB-D62F-8DB3-8975-8122CAF90976}"/>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9" name="Notes Placeholder 2">
            <a:extLst>
              <a:ext uri="{FF2B5EF4-FFF2-40B4-BE49-F238E27FC236}">
                <a16:creationId xmlns:a16="http://schemas.microsoft.com/office/drawing/2014/main" id="{6E9070AB-C1F7-53CD-F439-023B4BFD4482}"/>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Explain about the proposed work</a:t>
            </a:r>
          </a:p>
        </p:txBody>
      </p:sp>
      <p:sp>
        <p:nvSpPr>
          <p:cNvPr id="29700" name="Slide Number Placeholder 3">
            <a:extLst>
              <a:ext uri="{FF2B5EF4-FFF2-40B4-BE49-F238E27FC236}">
                <a16:creationId xmlns:a16="http://schemas.microsoft.com/office/drawing/2014/main" id="{E26B6B6C-8930-1964-4766-3AC5E064A3D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FCC4077C-C6F6-4104-9974-CE2DA5CD8EEF}" type="slidenum">
              <a:rPr lang="en-IN" altLang="en-US">
                <a:latin typeface="Calibri" panose="020F0502020204030204" pitchFamily="34" charset="0"/>
              </a:rPr>
              <a:pPr>
                <a:buFontTx/>
                <a:buNone/>
              </a:pPr>
              <a:t>13</a:t>
            </a:fld>
            <a:endParaRPr lang="en-IN" altLang="en-US">
              <a:latin typeface="Calibri" panose="020F050202020403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Slide Image Placeholder 1">
            <a:extLst>
              <a:ext uri="{FF2B5EF4-FFF2-40B4-BE49-F238E27FC236}">
                <a16:creationId xmlns:a16="http://schemas.microsoft.com/office/drawing/2014/main" id="{51197472-C1F6-4CD7-9543-D378F8B525CA}"/>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7" name="Notes Placeholder 2">
            <a:extLst>
              <a:ext uri="{FF2B5EF4-FFF2-40B4-BE49-F238E27FC236}">
                <a16:creationId xmlns:a16="http://schemas.microsoft.com/office/drawing/2014/main" id="{5BE92179-CD61-8763-D646-64AD498DCAE6}"/>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Provide Hardware / Software Details</a:t>
            </a:r>
          </a:p>
        </p:txBody>
      </p:sp>
      <p:sp>
        <p:nvSpPr>
          <p:cNvPr id="31748" name="Slide Number Placeholder 3">
            <a:extLst>
              <a:ext uri="{FF2B5EF4-FFF2-40B4-BE49-F238E27FC236}">
                <a16:creationId xmlns:a16="http://schemas.microsoft.com/office/drawing/2014/main" id="{82867759-853A-E23B-606D-051453FBEBC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F9EA72AA-A851-496F-BED5-4479320A26C6}" type="slidenum">
              <a:rPr lang="en-IN" altLang="en-US">
                <a:latin typeface="Calibri" panose="020F0502020204030204" pitchFamily="34" charset="0"/>
              </a:rPr>
              <a:pPr>
                <a:buFontTx/>
                <a:buNone/>
              </a:pPr>
              <a:t>14</a:t>
            </a:fld>
            <a:endParaRPr lang="en-IN" altLang="en-US">
              <a:latin typeface="Calibri" panose="020F050202020403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DA95EBB5-C34D-6AA2-FD21-B43FB2757F68}"/>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8A547E62-E9FF-3FB2-2B4A-72339D855360}"/>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Project work flow</a:t>
            </a:r>
          </a:p>
        </p:txBody>
      </p:sp>
      <p:sp>
        <p:nvSpPr>
          <p:cNvPr id="33796" name="Slide Number Placeholder 3">
            <a:extLst>
              <a:ext uri="{FF2B5EF4-FFF2-40B4-BE49-F238E27FC236}">
                <a16:creationId xmlns:a16="http://schemas.microsoft.com/office/drawing/2014/main" id="{520CC60E-2F32-ACFE-7871-878E43B1C0E0}"/>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F5CD6E47-BB9D-4FD7-A8FE-B524CA123437}" type="slidenum">
              <a:rPr lang="en-IN" altLang="en-US">
                <a:latin typeface="Calibri" panose="020F0502020204030204" pitchFamily="34" charset="0"/>
              </a:rPr>
              <a:pPr>
                <a:buFontTx/>
                <a:buNone/>
              </a:pPr>
              <a:t>15</a:t>
            </a:fld>
            <a:endParaRPr lang="en-IN" altLang="en-US">
              <a:latin typeface="Calibri" panose="020F050202020403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B39E8-ABBE-4ADA-8867-B71953AE76CA}"/>
            </a:ext>
          </a:extLst>
        </p:cNvPr>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FBF90A67-5D57-4D85-0E77-F7D2BAA2D317}"/>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2E3C35B5-DFDF-F21F-0155-B90D980524E2}"/>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Project work flow</a:t>
            </a:r>
          </a:p>
        </p:txBody>
      </p:sp>
      <p:sp>
        <p:nvSpPr>
          <p:cNvPr id="33796" name="Slide Number Placeholder 3">
            <a:extLst>
              <a:ext uri="{FF2B5EF4-FFF2-40B4-BE49-F238E27FC236}">
                <a16:creationId xmlns:a16="http://schemas.microsoft.com/office/drawing/2014/main" id="{41FFAB55-6D51-3969-FD75-1509CE714CFD}"/>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F5CD6E47-BB9D-4FD7-A8FE-B524CA123437}" type="slidenum">
              <a:rPr lang="en-IN" altLang="en-US">
                <a:latin typeface="Calibri" panose="020F0502020204030204" pitchFamily="34" charset="0"/>
              </a:rPr>
              <a:pPr>
                <a:buFontTx/>
                <a:buNone/>
              </a:pPr>
              <a:t>16</a:t>
            </a:fld>
            <a:endParaRPr lang="en-IN" altLang="en-US">
              <a:latin typeface="Calibri" panose="020F0502020204030204" pitchFamily="34" charset="0"/>
            </a:endParaRPr>
          </a:p>
        </p:txBody>
      </p:sp>
    </p:spTree>
    <p:extLst>
      <p:ext uri="{BB962C8B-B14F-4D97-AF65-F5344CB8AC3E}">
        <p14:creationId xmlns:p14="http://schemas.microsoft.com/office/powerpoint/2010/main" val="7601022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43C10-5628-A6E4-FEFD-396BF0220380}"/>
            </a:ext>
          </a:extLst>
        </p:cNvPr>
        <p:cNvGrpSpPr/>
        <p:nvPr/>
      </p:nvGrpSpPr>
      <p:grpSpPr>
        <a:xfrm>
          <a:off x="0" y="0"/>
          <a:ext cx="0" cy="0"/>
          <a:chOff x="0" y="0"/>
          <a:chExt cx="0" cy="0"/>
        </a:xfrm>
      </p:grpSpPr>
      <p:sp>
        <p:nvSpPr>
          <p:cNvPr id="33794" name="Slide Image Placeholder 1">
            <a:extLst>
              <a:ext uri="{FF2B5EF4-FFF2-40B4-BE49-F238E27FC236}">
                <a16:creationId xmlns:a16="http://schemas.microsoft.com/office/drawing/2014/main" id="{CED85E20-1E15-3CEA-C54E-D861415E2802}"/>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5" name="Notes Placeholder 2">
            <a:extLst>
              <a:ext uri="{FF2B5EF4-FFF2-40B4-BE49-F238E27FC236}">
                <a16:creationId xmlns:a16="http://schemas.microsoft.com/office/drawing/2014/main" id="{DB8DC1B5-129E-40E0-C59A-957352AEB25F}"/>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Project work flow</a:t>
            </a:r>
          </a:p>
        </p:txBody>
      </p:sp>
      <p:sp>
        <p:nvSpPr>
          <p:cNvPr id="33796" name="Slide Number Placeholder 3">
            <a:extLst>
              <a:ext uri="{FF2B5EF4-FFF2-40B4-BE49-F238E27FC236}">
                <a16:creationId xmlns:a16="http://schemas.microsoft.com/office/drawing/2014/main" id="{40B26B73-EA5E-7A44-0B1D-FBFB8FCF14A5}"/>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F5CD6E47-BB9D-4FD7-A8FE-B524CA123437}" type="slidenum">
              <a:rPr lang="en-IN" altLang="en-US">
                <a:latin typeface="Calibri" panose="020F0502020204030204" pitchFamily="34" charset="0"/>
              </a:rPr>
              <a:pPr>
                <a:buFontTx/>
                <a:buNone/>
              </a:pPr>
              <a:t>17</a:t>
            </a:fld>
            <a:endParaRPr lang="en-IN" altLang="en-US">
              <a:latin typeface="Calibri" panose="020F0502020204030204" pitchFamily="34" charset="0"/>
            </a:endParaRPr>
          </a:p>
        </p:txBody>
      </p:sp>
    </p:spTree>
    <p:extLst>
      <p:ext uri="{BB962C8B-B14F-4D97-AF65-F5344CB8AC3E}">
        <p14:creationId xmlns:p14="http://schemas.microsoft.com/office/powerpoint/2010/main" val="69262042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3947DA85-48FA-4CDD-4A1B-DEAF3F3E7E49}"/>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7C782480-A83D-9D75-E06F-17426E3DA131}"/>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Discuss about the Expected results from the Project</a:t>
            </a:r>
          </a:p>
        </p:txBody>
      </p:sp>
      <p:sp>
        <p:nvSpPr>
          <p:cNvPr id="36868" name="Slide Number Placeholder 3">
            <a:extLst>
              <a:ext uri="{FF2B5EF4-FFF2-40B4-BE49-F238E27FC236}">
                <a16:creationId xmlns:a16="http://schemas.microsoft.com/office/drawing/2014/main" id="{8809E447-0146-0EE7-ACB7-AC7D323FBE11}"/>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49766099-D13A-4BDF-875E-B4F40E134298}" type="slidenum">
              <a:rPr lang="en-IN" altLang="en-US">
                <a:latin typeface="Calibri" panose="020F0502020204030204" pitchFamily="34" charset="0"/>
              </a:rPr>
              <a:pPr>
                <a:buFontTx/>
                <a:buNone/>
              </a:pPr>
              <a:t>18</a:t>
            </a:fld>
            <a:endParaRPr lang="en-IN" altLang="en-US">
              <a:latin typeface="Calibri" panose="020F050202020403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EFF62-22BC-2DE4-91A1-76EF847916C5}"/>
            </a:ext>
          </a:extLst>
        </p:cNvPr>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50170B92-0BC3-79AB-AF45-2FAC9774CD6F}"/>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8D1FFCF9-E1FC-3550-A5D9-738EDA765D24}"/>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Discuss about the Expected results from the Project</a:t>
            </a:r>
          </a:p>
        </p:txBody>
      </p:sp>
      <p:sp>
        <p:nvSpPr>
          <p:cNvPr id="36868" name="Slide Number Placeholder 3">
            <a:extLst>
              <a:ext uri="{FF2B5EF4-FFF2-40B4-BE49-F238E27FC236}">
                <a16:creationId xmlns:a16="http://schemas.microsoft.com/office/drawing/2014/main" id="{9BD283CB-AF60-B46E-2914-31C4257D4072}"/>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49766099-D13A-4BDF-875E-B4F40E134298}" type="slidenum">
              <a:rPr lang="en-IN" altLang="en-US">
                <a:latin typeface="Calibri" panose="020F0502020204030204" pitchFamily="34" charset="0"/>
              </a:rPr>
              <a:pPr>
                <a:buFontTx/>
                <a:buNone/>
              </a:pPr>
              <a:t>19</a:t>
            </a:fld>
            <a:endParaRPr lang="en-IN" altLang="en-US">
              <a:latin typeface="Calibri" panose="020F0502020204030204" pitchFamily="34" charset="0"/>
            </a:endParaRPr>
          </a:p>
        </p:txBody>
      </p:sp>
    </p:spTree>
    <p:extLst>
      <p:ext uri="{BB962C8B-B14F-4D97-AF65-F5344CB8AC3E}">
        <p14:creationId xmlns:p14="http://schemas.microsoft.com/office/powerpoint/2010/main" val="240827496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0D39BD-0E72-775F-9795-C11843123C04}"/>
            </a:ext>
          </a:extLst>
        </p:cNvPr>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B3029706-C5E9-E510-57AB-E1EB70FDD71E}"/>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B49837E6-47AE-E570-F5CE-572BD97C149B}"/>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Discuss about the Expected results from the Project</a:t>
            </a:r>
          </a:p>
        </p:txBody>
      </p:sp>
      <p:sp>
        <p:nvSpPr>
          <p:cNvPr id="36868" name="Slide Number Placeholder 3">
            <a:extLst>
              <a:ext uri="{FF2B5EF4-FFF2-40B4-BE49-F238E27FC236}">
                <a16:creationId xmlns:a16="http://schemas.microsoft.com/office/drawing/2014/main" id="{6BD2AB21-8206-CFED-AE54-6450A8E1CB8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49766099-D13A-4BDF-875E-B4F40E134298}" type="slidenum">
              <a:rPr lang="en-IN" altLang="en-US">
                <a:latin typeface="Calibri" panose="020F0502020204030204" pitchFamily="34" charset="0"/>
              </a:rPr>
              <a:pPr>
                <a:buFontTx/>
                <a:buNone/>
              </a:pPr>
              <a:t>20</a:t>
            </a:fld>
            <a:endParaRPr lang="en-IN" altLang="en-US">
              <a:latin typeface="Calibri" panose="020F0502020204030204" pitchFamily="34" charset="0"/>
            </a:endParaRPr>
          </a:p>
        </p:txBody>
      </p:sp>
    </p:spTree>
    <p:extLst>
      <p:ext uri="{BB962C8B-B14F-4D97-AF65-F5344CB8AC3E}">
        <p14:creationId xmlns:p14="http://schemas.microsoft.com/office/powerpoint/2010/main" val="15833011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2B487-A242-C14A-4CA1-BE0F14EAC0EC}"/>
            </a:ext>
          </a:extLst>
        </p:cNvPr>
        <p:cNvGrpSpPr/>
        <p:nvPr/>
      </p:nvGrpSpPr>
      <p:grpSpPr>
        <a:xfrm>
          <a:off x="0" y="0"/>
          <a:ext cx="0" cy="0"/>
          <a:chOff x="0" y="0"/>
          <a:chExt cx="0" cy="0"/>
        </a:xfrm>
      </p:grpSpPr>
      <p:sp>
        <p:nvSpPr>
          <p:cNvPr id="36866" name="Slide Image Placeholder 1">
            <a:extLst>
              <a:ext uri="{FF2B5EF4-FFF2-40B4-BE49-F238E27FC236}">
                <a16:creationId xmlns:a16="http://schemas.microsoft.com/office/drawing/2014/main" id="{A4F37AF1-8639-1FD7-262E-1354CA81FAB3}"/>
              </a:ext>
            </a:extLst>
          </p:cNvPr>
          <p:cNvSpPr>
            <a:spLocks noGrp="1" noRot="1" noChangeAspect="1" noChangeArrowheads="1" noTextEdit="1"/>
          </p:cNvSpPr>
          <p:nvPr>
            <p:ph type="sldImg" idx="4294967295"/>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6867" name="Notes Placeholder 2">
            <a:extLst>
              <a:ext uri="{FF2B5EF4-FFF2-40B4-BE49-F238E27FC236}">
                <a16:creationId xmlns:a16="http://schemas.microsoft.com/office/drawing/2014/main" id="{0F2D6777-1081-60F5-86CA-17A96E029EBE}"/>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ea typeface="SimSun" panose="02010600030101010101" pitchFamily="2" charset="-122"/>
              </a:rPr>
              <a:t>Discuss about the Expected results from the Project</a:t>
            </a:r>
          </a:p>
        </p:txBody>
      </p:sp>
      <p:sp>
        <p:nvSpPr>
          <p:cNvPr id="36868" name="Slide Number Placeholder 3">
            <a:extLst>
              <a:ext uri="{FF2B5EF4-FFF2-40B4-BE49-F238E27FC236}">
                <a16:creationId xmlns:a16="http://schemas.microsoft.com/office/drawing/2014/main" id="{EE325C24-473B-9FC6-9190-9E8E32C3DA8C}"/>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49766099-D13A-4BDF-875E-B4F40E134298}" type="slidenum">
              <a:rPr lang="en-IN" altLang="en-US">
                <a:latin typeface="Calibri" panose="020F0502020204030204" pitchFamily="34" charset="0"/>
              </a:rPr>
              <a:pPr>
                <a:buFontTx/>
                <a:buNone/>
              </a:pPr>
              <a:t>21</a:t>
            </a:fld>
            <a:endParaRPr lang="en-IN" altLang="en-US">
              <a:latin typeface="Calibri" panose="020F0502020204030204" pitchFamily="34" charset="0"/>
            </a:endParaRPr>
          </a:p>
        </p:txBody>
      </p:sp>
    </p:spTree>
    <p:extLst>
      <p:ext uri="{BB962C8B-B14F-4D97-AF65-F5344CB8AC3E}">
        <p14:creationId xmlns:p14="http://schemas.microsoft.com/office/powerpoint/2010/main" val="184018154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7722A2E3-3DDB-1F9B-0E74-0C0A3A527703}"/>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38915" name="Notes Placeholder 2">
            <a:extLst>
              <a:ext uri="{FF2B5EF4-FFF2-40B4-BE49-F238E27FC236}">
                <a16:creationId xmlns:a16="http://schemas.microsoft.com/office/drawing/2014/main" id="{19C08138-34E7-B14F-6802-3611ADCE3E59}"/>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a:lstStyle/>
          <a:p>
            <a:pPr>
              <a:buFontTx/>
              <a:buChar char="•"/>
            </a:pPr>
            <a:r>
              <a:rPr lang="en-US" altLang="zh-CN">
                <a:ea typeface="SimSun" panose="02010600030101010101" pitchFamily="2" charset="-122"/>
              </a:rPr>
              <a:t> Phase 1 – H/w purchase ( 1</a:t>
            </a:r>
            <a:r>
              <a:rPr lang="en-US" altLang="zh-CN" baseline="30000">
                <a:ea typeface="SimSun" panose="02010600030101010101" pitchFamily="2" charset="-122"/>
              </a:rPr>
              <a:t>st</a:t>
            </a:r>
            <a:r>
              <a:rPr lang="en-US" altLang="zh-CN">
                <a:ea typeface="SimSun" panose="02010600030101010101" pitchFamily="2" charset="-122"/>
              </a:rPr>
              <a:t> Review )</a:t>
            </a:r>
          </a:p>
          <a:p>
            <a:pPr>
              <a:buFontTx/>
              <a:buChar char="•"/>
            </a:pPr>
            <a:r>
              <a:rPr lang="en-US" altLang="zh-CN">
                <a:ea typeface="SimSun" panose="02010600030101010101" pitchFamily="2" charset="-122"/>
              </a:rPr>
              <a:t>Phase 2 – S/w simulation ( 2</a:t>
            </a:r>
            <a:r>
              <a:rPr lang="en-US" altLang="zh-CN" baseline="30000">
                <a:ea typeface="SimSun" panose="02010600030101010101" pitchFamily="2" charset="-122"/>
              </a:rPr>
              <a:t>nd</a:t>
            </a:r>
            <a:r>
              <a:rPr lang="en-US" altLang="zh-CN">
                <a:ea typeface="SimSun" panose="02010600030101010101" pitchFamily="2" charset="-122"/>
              </a:rPr>
              <a:t> Review )</a:t>
            </a:r>
          </a:p>
          <a:p>
            <a:pPr>
              <a:buFontTx/>
              <a:buChar char="•"/>
            </a:pPr>
            <a:r>
              <a:rPr lang="en-US" altLang="zh-CN">
                <a:ea typeface="SimSun" panose="02010600030101010101" pitchFamily="2" charset="-122"/>
              </a:rPr>
              <a:t>Phase 3 – Demonstration with Report  ( Final Review )</a:t>
            </a:r>
          </a:p>
          <a:p>
            <a:pPr>
              <a:buFontTx/>
              <a:buChar char="•"/>
            </a:pPr>
            <a:endParaRPr lang="en-US" altLang="zh-CN">
              <a:ea typeface="SimSun" panose="02010600030101010101" pitchFamily="2" charset="-122"/>
            </a:endParaRPr>
          </a:p>
          <a:p>
            <a:pPr>
              <a:buFontTx/>
              <a:buChar char="•"/>
            </a:pPr>
            <a:endParaRPr lang="en-US" altLang="zh-CN">
              <a:ea typeface="SimSun" panose="02010600030101010101" pitchFamily="2" charset="-122"/>
            </a:endParaRPr>
          </a:p>
          <a:p>
            <a:pPr>
              <a:buFontTx/>
              <a:buChar char="•"/>
            </a:pPr>
            <a:endParaRPr lang="en-US" altLang="zh-CN">
              <a:ea typeface="SimSun" panose="02010600030101010101" pitchFamily="2" charset="-122"/>
            </a:endParaRPr>
          </a:p>
        </p:txBody>
      </p:sp>
      <p:sp>
        <p:nvSpPr>
          <p:cNvPr id="38916" name="Slide Number Placeholder 3">
            <a:extLst>
              <a:ext uri="{FF2B5EF4-FFF2-40B4-BE49-F238E27FC236}">
                <a16:creationId xmlns:a16="http://schemas.microsoft.com/office/drawing/2014/main" id="{2FF33CBC-E0F3-C24A-D228-0F29A331FCDF}"/>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7C10A964-ABF1-40EA-988A-5912DBC21A1C}" type="slidenum">
              <a:rPr lang="en-IN" altLang="en-US">
                <a:latin typeface="Calibri" panose="020F0502020204030204" pitchFamily="34" charset="0"/>
              </a:rPr>
              <a:pPr>
                <a:buFontTx/>
                <a:buNone/>
              </a:pPr>
              <a:t>22</a:t>
            </a:fld>
            <a:endParaRPr lang="en-IN" altLang="en-US">
              <a:latin typeface="Calibri" panose="020F050202020403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05B136-94EA-347D-6E5B-6EE3FDE16555}"/>
            </a:ext>
          </a:extLst>
        </p:cNvPr>
        <p:cNvGrpSpPr/>
        <p:nvPr/>
      </p:nvGrpSpPr>
      <p:grpSpPr>
        <a:xfrm>
          <a:off x="0" y="0"/>
          <a:ext cx="0" cy="0"/>
          <a:chOff x="0" y="0"/>
          <a:chExt cx="0" cy="0"/>
        </a:xfrm>
      </p:grpSpPr>
      <p:sp>
        <p:nvSpPr>
          <p:cNvPr id="38914" name="Slide Image Placeholder 1">
            <a:extLst>
              <a:ext uri="{FF2B5EF4-FFF2-40B4-BE49-F238E27FC236}">
                <a16:creationId xmlns:a16="http://schemas.microsoft.com/office/drawing/2014/main" id="{20D231CB-6626-CA45-4942-E6F32099B0D2}"/>
              </a:ext>
            </a:extLst>
          </p:cNvPr>
          <p:cNvSpPr>
            <a:spLocks noGrp="1" noRot="1" noChangeAspect="1" noChangeArrowheads="1" noTextEdit="1"/>
          </p:cNvSpPr>
          <p:nvPr>
            <p:ph type="sldImg" idx="4294967295"/>
          </p:nvPr>
        </p:nvSpPr>
        <p:spPr bwMode="auto">
          <a:ln>
            <a:solidFill>
              <a:srgbClr val="000000"/>
            </a:solidFill>
            <a:miter lim="800000"/>
            <a:headEnd/>
            <a:tailEnd/>
          </a:ln>
        </p:spPr>
      </p:sp>
      <p:sp>
        <p:nvSpPr>
          <p:cNvPr id="38915" name="Notes Placeholder 2">
            <a:extLst>
              <a:ext uri="{FF2B5EF4-FFF2-40B4-BE49-F238E27FC236}">
                <a16:creationId xmlns:a16="http://schemas.microsoft.com/office/drawing/2014/main" id="{27AD07ED-EE26-7722-E2D9-6BCDE854AAAF}"/>
              </a:ext>
            </a:extLst>
          </p:cNvPr>
          <p:cNvSpPr>
            <a:spLocks noGrp="1" noChangeArrowheads="1"/>
          </p:cNvSpPr>
          <p:nvPr>
            <p:ph type="body" idx="4294967295"/>
          </p:nvPr>
        </p:nvSpPr>
        <p:spPr bwMode="auto">
          <a:noFill/>
          <a:extLst>
            <a:ext uri="{909E8E84-426E-40DD-AFC4-6F175D3DCCD1}">
              <a14:hiddenFill xmlns:a14="http://schemas.microsoft.com/office/drawing/2010/main">
                <a:solidFill>
                  <a:srgbClr val="FFFFFF"/>
                </a:solidFill>
              </a14:hiddenFill>
            </a:ext>
          </a:extLst>
        </p:spPr>
        <p:txBody>
          <a:bodyPr/>
          <a:lstStyle/>
          <a:p>
            <a:pPr>
              <a:buFontTx/>
              <a:buChar char="•"/>
            </a:pPr>
            <a:r>
              <a:rPr lang="en-US" altLang="zh-CN">
                <a:ea typeface="SimSun" panose="02010600030101010101" pitchFamily="2" charset="-122"/>
              </a:rPr>
              <a:t> Phase 1 – H/w purchase ( 1</a:t>
            </a:r>
            <a:r>
              <a:rPr lang="en-US" altLang="zh-CN" baseline="30000">
                <a:ea typeface="SimSun" panose="02010600030101010101" pitchFamily="2" charset="-122"/>
              </a:rPr>
              <a:t>st</a:t>
            </a:r>
            <a:r>
              <a:rPr lang="en-US" altLang="zh-CN">
                <a:ea typeface="SimSun" panose="02010600030101010101" pitchFamily="2" charset="-122"/>
              </a:rPr>
              <a:t> Review )</a:t>
            </a:r>
          </a:p>
          <a:p>
            <a:pPr>
              <a:buFontTx/>
              <a:buChar char="•"/>
            </a:pPr>
            <a:r>
              <a:rPr lang="en-US" altLang="zh-CN">
                <a:ea typeface="SimSun" panose="02010600030101010101" pitchFamily="2" charset="-122"/>
              </a:rPr>
              <a:t>Phase 2 – S/w simulation ( 2</a:t>
            </a:r>
            <a:r>
              <a:rPr lang="en-US" altLang="zh-CN" baseline="30000">
                <a:ea typeface="SimSun" panose="02010600030101010101" pitchFamily="2" charset="-122"/>
              </a:rPr>
              <a:t>nd</a:t>
            </a:r>
            <a:r>
              <a:rPr lang="en-US" altLang="zh-CN">
                <a:ea typeface="SimSun" panose="02010600030101010101" pitchFamily="2" charset="-122"/>
              </a:rPr>
              <a:t> Review )</a:t>
            </a:r>
          </a:p>
          <a:p>
            <a:pPr>
              <a:buFontTx/>
              <a:buChar char="•"/>
            </a:pPr>
            <a:r>
              <a:rPr lang="en-US" altLang="zh-CN">
                <a:ea typeface="SimSun" panose="02010600030101010101" pitchFamily="2" charset="-122"/>
              </a:rPr>
              <a:t>Phase 3 – Demonstration with Report  ( Final Review )</a:t>
            </a:r>
          </a:p>
          <a:p>
            <a:pPr>
              <a:buFontTx/>
              <a:buChar char="•"/>
            </a:pPr>
            <a:endParaRPr lang="en-US" altLang="zh-CN">
              <a:ea typeface="SimSun" panose="02010600030101010101" pitchFamily="2" charset="-122"/>
            </a:endParaRPr>
          </a:p>
          <a:p>
            <a:pPr>
              <a:buFontTx/>
              <a:buChar char="•"/>
            </a:pPr>
            <a:endParaRPr lang="en-US" altLang="zh-CN">
              <a:ea typeface="SimSun" panose="02010600030101010101" pitchFamily="2" charset="-122"/>
            </a:endParaRPr>
          </a:p>
          <a:p>
            <a:pPr>
              <a:buFontTx/>
              <a:buChar char="•"/>
            </a:pPr>
            <a:endParaRPr lang="en-US" altLang="zh-CN">
              <a:ea typeface="SimSun" panose="02010600030101010101" pitchFamily="2" charset="-122"/>
            </a:endParaRPr>
          </a:p>
        </p:txBody>
      </p:sp>
      <p:sp>
        <p:nvSpPr>
          <p:cNvPr id="38916" name="Slide Number Placeholder 3">
            <a:extLst>
              <a:ext uri="{FF2B5EF4-FFF2-40B4-BE49-F238E27FC236}">
                <a16:creationId xmlns:a16="http://schemas.microsoft.com/office/drawing/2014/main" id="{B7EDC07F-FD3E-797C-404F-438957A7408E}"/>
              </a:ext>
            </a:extLst>
          </p:cNvPr>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buFontTx/>
              <a:buNone/>
            </a:pPr>
            <a:fld id="{7C10A964-ABF1-40EA-988A-5912DBC21A1C}" type="slidenum">
              <a:rPr lang="en-IN" altLang="en-US">
                <a:latin typeface="Calibri" panose="020F0502020204030204" pitchFamily="34" charset="0"/>
              </a:rPr>
              <a:pPr>
                <a:buFontTx/>
                <a:buNone/>
              </a:pPr>
              <a:t>23</a:t>
            </a:fld>
            <a:endParaRPr lang="en-IN" altLang="en-US">
              <a:latin typeface="Calibri" panose="020F0502020204030204" pitchFamily="34" charset="0"/>
            </a:endParaRPr>
          </a:p>
        </p:txBody>
      </p:sp>
    </p:spTree>
    <p:extLst>
      <p:ext uri="{BB962C8B-B14F-4D97-AF65-F5344CB8AC3E}">
        <p14:creationId xmlns:p14="http://schemas.microsoft.com/office/powerpoint/2010/main" val="36264208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noProof="1"/>
              <a:t>Click to edit Master title style</a:t>
            </a:r>
            <a:endParaRPr lang="en-IN" noProof="1"/>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1"/>
              <a:t>Click to edit Master subtitle style</a:t>
            </a:r>
            <a:endParaRPr lang="en-IN" noProof="1"/>
          </a:p>
        </p:txBody>
      </p:sp>
      <p:sp>
        <p:nvSpPr>
          <p:cNvPr id="4" name="Date Placeholder 3">
            <a:extLst>
              <a:ext uri="{FF2B5EF4-FFF2-40B4-BE49-F238E27FC236}">
                <a16:creationId xmlns:a16="http://schemas.microsoft.com/office/drawing/2014/main" id="{86677B29-D06D-A803-2DF3-A7265E9BCBE3}"/>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C79653C7-AFC3-8F2A-CA8F-84A9B4C28EF3}"/>
              </a:ext>
            </a:extLst>
          </p:cNvPr>
          <p:cNvSpPr>
            <a:spLocks noGrp="1"/>
          </p:cNvSpPr>
          <p:nvPr>
            <p:ph type="ftr" sz="quarter" idx="11"/>
          </p:nvPr>
        </p:nvSpPr>
        <p:spPr/>
        <p:txBody>
          <a:bodyPr/>
          <a:lstStyle>
            <a:lvl1pPr>
              <a:defRPr/>
            </a:lvl1pPr>
          </a:lstStyle>
          <a:p>
            <a:pPr>
              <a:defRPr/>
            </a:pPr>
            <a:r>
              <a:rPr lang="en-IN"/>
              <a:t>Batch no : 1</a:t>
            </a:r>
          </a:p>
        </p:txBody>
      </p:sp>
      <p:sp>
        <p:nvSpPr>
          <p:cNvPr id="6" name="Slide Number Placeholder 5">
            <a:extLst>
              <a:ext uri="{FF2B5EF4-FFF2-40B4-BE49-F238E27FC236}">
                <a16:creationId xmlns:a16="http://schemas.microsoft.com/office/drawing/2014/main" id="{D5CC394C-0C01-AFA2-A859-678C78037F76}"/>
              </a:ext>
            </a:extLst>
          </p:cNvPr>
          <p:cNvSpPr>
            <a:spLocks noGrp="1"/>
          </p:cNvSpPr>
          <p:nvPr>
            <p:ph type="sldNum" sz="quarter" idx="12"/>
          </p:nvPr>
        </p:nvSpPr>
        <p:spPr/>
        <p:txBody>
          <a:bodyPr/>
          <a:lstStyle>
            <a:lvl1pPr>
              <a:defRPr/>
            </a:lvl1pPr>
          </a:lstStyle>
          <a:p>
            <a:pPr>
              <a:defRPr/>
            </a:pPr>
            <a:fld id="{273E5FA1-F9FD-48DB-BFC5-82877957ABAF}" type="slidenum">
              <a:rPr lang="en-IN" altLang="en-US"/>
              <a:pPr>
                <a:defRPr/>
              </a:pPr>
              <a:t>‹#›</a:t>
            </a:fld>
            <a:endParaRPr lang="en-IN" altLang="en-US"/>
          </a:p>
        </p:txBody>
      </p:sp>
    </p:spTree>
    <p:extLst>
      <p:ext uri="{BB962C8B-B14F-4D97-AF65-F5344CB8AC3E}">
        <p14:creationId xmlns:p14="http://schemas.microsoft.com/office/powerpoint/2010/main" val="3656498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idx="1"/>
          </p:nvPr>
        </p:nvSpPr>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52156A45-4EFC-FFB5-AFD1-3F50E19CED0D}"/>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EF3E1018-2A51-A641-5E98-E0B8AAEBA66C}"/>
              </a:ext>
            </a:extLst>
          </p:cNvPr>
          <p:cNvSpPr>
            <a:spLocks noGrp="1"/>
          </p:cNvSpPr>
          <p:nvPr>
            <p:ph type="ftr" sz="quarter" idx="11"/>
          </p:nvPr>
        </p:nvSpPr>
        <p:spPr/>
        <p:txBody>
          <a:bodyPr/>
          <a:lstStyle>
            <a:lvl1pPr>
              <a:defRPr/>
            </a:lvl1pPr>
          </a:lstStyle>
          <a:p>
            <a:pPr>
              <a:defRPr/>
            </a:pPr>
            <a:r>
              <a:rPr lang="en-IN"/>
              <a:t>Batch no : 1</a:t>
            </a:r>
          </a:p>
        </p:txBody>
      </p:sp>
      <p:sp>
        <p:nvSpPr>
          <p:cNvPr id="6" name="Slide Number Placeholder 5">
            <a:extLst>
              <a:ext uri="{FF2B5EF4-FFF2-40B4-BE49-F238E27FC236}">
                <a16:creationId xmlns:a16="http://schemas.microsoft.com/office/drawing/2014/main" id="{9D331E1B-433F-A677-106B-7BB032EF280B}"/>
              </a:ext>
            </a:extLst>
          </p:cNvPr>
          <p:cNvSpPr>
            <a:spLocks noGrp="1"/>
          </p:cNvSpPr>
          <p:nvPr>
            <p:ph type="sldNum" sz="quarter" idx="12"/>
          </p:nvPr>
        </p:nvSpPr>
        <p:spPr/>
        <p:txBody>
          <a:bodyPr/>
          <a:lstStyle>
            <a:lvl1pPr>
              <a:defRPr/>
            </a:lvl1pPr>
          </a:lstStyle>
          <a:p>
            <a:pPr>
              <a:defRPr/>
            </a:pPr>
            <a:fld id="{3E45822D-E8B5-4973-8BBF-80BEE1B6914A}" type="slidenum">
              <a:rPr lang="en-IN" altLang="en-US"/>
              <a:pPr>
                <a:defRPr/>
              </a:pPr>
              <a:t>‹#›</a:t>
            </a:fld>
            <a:endParaRPr lang="en-IN" altLang="en-US"/>
          </a:p>
        </p:txBody>
      </p:sp>
    </p:spTree>
    <p:extLst>
      <p:ext uri="{BB962C8B-B14F-4D97-AF65-F5344CB8AC3E}">
        <p14:creationId xmlns:p14="http://schemas.microsoft.com/office/powerpoint/2010/main" val="1586453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noProof="1"/>
              <a:t>Click to edit Master title style</a:t>
            </a:r>
            <a:endParaRPr lang="en-IN" noProof="1"/>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Click to edit Master text styles</a:t>
            </a:r>
          </a:p>
        </p:txBody>
      </p:sp>
      <p:sp>
        <p:nvSpPr>
          <p:cNvPr id="4" name="Date Placeholder 3">
            <a:extLst>
              <a:ext uri="{FF2B5EF4-FFF2-40B4-BE49-F238E27FC236}">
                <a16:creationId xmlns:a16="http://schemas.microsoft.com/office/drawing/2014/main" id="{C470F6BE-D63A-6546-54FE-C53A1C210D44}"/>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0EB8696D-A91C-7D99-6C70-65B41ED9E965}"/>
              </a:ext>
            </a:extLst>
          </p:cNvPr>
          <p:cNvSpPr>
            <a:spLocks noGrp="1"/>
          </p:cNvSpPr>
          <p:nvPr>
            <p:ph type="ftr" sz="quarter" idx="11"/>
          </p:nvPr>
        </p:nvSpPr>
        <p:spPr/>
        <p:txBody>
          <a:bodyPr/>
          <a:lstStyle>
            <a:lvl1pPr>
              <a:defRPr/>
            </a:lvl1pPr>
          </a:lstStyle>
          <a:p>
            <a:pPr>
              <a:defRPr/>
            </a:pPr>
            <a:r>
              <a:rPr lang="en-IN"/>
              <a:t>Batch no : 1</a:t>
            </a:r>
          </a:p>
        </p:txBody>
      </p:sp>
      <p:sp>
        <p:nvSpPr>
          <p:cNvPr id="6" name="Slide Number Placeholder 5">
            <a:extLst>
              <a:ext uri="{FF2B5EF4-FFF2-40B4-BE49-F238E27FC236}">
                <a16:creationId xmlns:a16="http://schemas.microsoft.com/office/drawing/2014/main" id="{FC26BF6A-8C4F-7E5E-5283-8D1284050407}"/>
              </a:ext>
            </a:extLst>
          </p:cNvPr>
          <p:cNvSpPr>
            <a:spLocks noGrp="1"/>
          </p:cNvSpPr>
          <p:nvPr>
            <p:ph type="sldNum" sz="quarter" idx="12"/>
          </p:nvPr>
        </p:nvSpPr>
        <p:spPr/>
        <p:txBody>
          <a:bodyPr/>
          <a:lstStyle>
            <a:lvl1pPr>
              <a:defRPr/>
            </a:lvl1pPr>
          </a:lstStyle>
          <a:p>
            <a:pPr>
              <a:defRPr/>
            </a:pPr>
            <a:fld id="{D223FABD-4F3B-46D1-87BB-54899590C482}" type="slidenum">
              <a:rPr lang="en-IN" altLang="en-US"/>
              <a:pPr>
                <a:defRPr/>
              </a:pPr>
              <a:t>‹#›</a:t>
            </a:fld>
            <a:endParaRPr lang="en-IN" altLang="en-US"/>
          </a:p>
        </p:txBody>
      </p:sp>
    </p:spTree>
    <p:extLst>
      <p:ext uri="{BB962C8B-B14F-4D97-AF65-F5344CB8AC3E}">
        <p14:creationId xmlns:p14="http://schemas.microsoft.com/office/powerpoint/2010/main" val="29615044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Content Placeholder 2"/>
          <p:cNvSpPr>
            <a:spLocks noGrp="1"/>
          </p:cNvSpPr>
          <p:nvPr>
            <p:ph sz="half" idx="1"/>
          </p:nvPr>
        </p:nvSpPr>
        <p:spPr>
          <a:xfrm>
            <a:off x="838200" y="1825625"/>
            <a:ext cx="5181600" cy="435133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Content Placeholder 3"/>
          <p:cNvSpPr>
            <a:spLocks noGrp="1"/>
          </p:cNvSpPr>
          <p:nvPr>
            <p:ph sz="half" idx="2"/>
          </p:nvPr>
        </p:nvSpPr>
        <p:spPr>
          <a:xfrm>
            <a:off x="6172200" y="1825625"/>
            <a:ext cx="5181600" cy="435133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Date Placeholder 3">
            <a:extLst>
              <a:ext uri="{FF2B5EF4-FFF2-40B4-BE49-F238E27FC236}">
                <a16:creationId xmlns:a16="http://schemas.microsoft.com/office/drawing/2014/main" id="{031CC09A-EBFA-DF9A-6009-6F13D279D214}"/>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6" name="Footer Placeholder 4">
            <a:extLst>
              <a:ext uri="{FF2B5EF4-FFF2-40B4-BE49-F238E27FC236}">
                <a16:creationId xmlns:a16="http://schemas.microsoft.com/office/drawing/2014/main" id="{486DD002-4303-BB85-676D-8B3EBE36EDFA}"/>
              </a:ext>
            </a:extLst>
          </p:cNvPr>
          <p:cNvSpPr>
            <a:spLocks noGrp="1"/>
          </p:cNvSpPr>
          <p:nvPr>
            <p:ph type="ftr" sz="quarter" idx="11"/>
          </p:nvPr>
        </p:nvSpPr>
        <p:spPr/>
        <p:txBody>
          <a:bodyPr/>
          <a:lstStyle>
            <a:lvl1pPr>
              <a:defRPr/>
            </a:lvl1pPr>
          </a:lstStyle>
          <a:p>
            <a:pPr>
              <a:defRPr/>
            </a:pPr>
            <a:r>
              <a:rPr lang="en-IN"/>
              <a:t>Batch no : 1</a:t>
            </a:r>
          </a:p>
        </p:txBody>
      </p:sp>
      <p:sp>
        <p:nvSpPr>
          <p:cNvPr id="7" name="Slide Number Placeholder 5">
            <a:extLst>
              <a:ext uri="{FF2B5EF4-FFF2-40B4-BE49-F238E27FC236}">
                <a16:creationId xmlns:a16="http://schemas.microsoft.com/office/drawing/2014/main" id="{E710C069-E257-9D60-0A39-387E55F3D5DE}"/>
              </a:ext>
            </a:extLst>
          </p:cNvPr>
          <p:cNvSpPr>
            <a:spLocks noGrp="1"/>
          </p:cNvSpPr>
          <p:nvPr>
            <p:ph type="sldNum" sz="quarter" idx="12"/>
          </p:nvPr>
        </p:nvSpPr>
        <p:spPr/>
        <p:txBody>
          <a:bodyPr/>
          <a:lstStyle>
            <a:lvl1pPr>
              <a:defRPr/>
            </a:lvl1pPr>
          </a:lstStyle>
          <a:p>
            <a:pPr>
              <a:defRPr/>
            </a:pPr>
            <a:fld id="{3E3FA4A4-8D9E-48DF-BCDE-3B8D94B7B12A}" type="slidenum">
              <a:rPr lang="en-IN" altLang="en-US"/>
              <a:pPr>
                <a:defRPr/>
              </a:pPr>
              <a:t>‹#›</a:t>
            </a:fld>
            <a:endParaRPr lang="en-IN" altLang="en-US"/>
          </a:p>
        </p:txBody>
      </p:sp>
    </p:spTree>
    <p:extLst>
      <p:ext uri="{BB962C8B-B14F-4D97-AF65-F5344CB8AC3E}">
        <p14:creationId xmlns:p14="http://schemas.microsoft.com/office/powerpoint/2010/main" val="31712874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noProof="1"/>
              <a:t>Click to edit Master title style</a:t>
            </a:r>
            <a:endParaRPr lang="en-IN" noProof="1"/>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noProof="1"/>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7" name="Date Placeholder 3">
            <a:extLst>
              <a:ext uri="{FF2B5EF4-FFF2-40B4-BE49-F238E27FC236}">
                <a16:creationId xmlns:a16="http://schemas.microsoft.com/office/drawing/2014/main" id="{A0AF4C52-0E66-04F4-C220-156F1CFEC40E}"/>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8" name="Footer Placeholder 4">
            <a:extLst>
              <a:ext uri="{FF2B5EF4-FFF2-40B4-BE49-F238E27FC236}">
                <a16:creationId xmlns:a16="http://schemas.microsoft.com/office/drawing/2014/main" id="{0165F162-7305-2D3D-4227-A11B1A252CBE}"/>
              </a:ext>
            </a:extLst>
          </p:cNvPr>
          <p:cNvSpPr>
            <a:spLocks noGrp="1"/>
          </p:cNvSpPr>
          <p:nvPr>
            <p:ph type="ftr" sz="quarter" idx="11"/>
          </p:nvPr>
        </p:nvSpPr>
        <p:spPr/>
        <p:txBody>
          <a:bodyPr/>
          <a:lstStyle>
            <a:lvl1pPr>
              <a:defRPr/>
            </a:lvl1pPr>
          </a:lstStyle>
          <a:p>
            <a:pPr>
              <a:defRPr/>
            </a:pPr>
            <a:r>
              <a:rPr lang="en-IN"/>
              <a:t>Batch no : 1</a:t>
            </a:r>
          </a:p>
        </p:txBody>
      </p:sp>
      <p:sp>
        <p:nvSpPr>
          <p:cNvPr id="9" name="Slide Number Placeholder 5">
            <a:extLst>
              <a:ext uri="{FF2B5EF4-FFF2-40B4-BE49-F238E27FC236}">
                <a16:creationId xmlns:a16="http://schemas.microsoft.com/office/drawing/2014/main" id="{A0031468-2F50-AD67-9BC5-43A3CC4F9369}"/>
              </a:ext>
            </a:extLst>
          </p:cNvPr>
          <p:cNvSpPr>
            <a:spLocks noGrp="1"/>
          </p:cNvSpPr>
          <p:nvPr>
            <p:ph type="sldNum" sz="quarter" idx="12"/>
          </p:nvPr>
        </p:nvSpPr>
        <p:spPr/>
        <p:txBody>
          <a:bodyPr/>
          <a:lstStyle>
            <a:lvl1pPr>
              <a:defRPr/>
            </a:lvl1pPr>
          </a:lstStyle>
          <a:p>
            <a:pPr>
              <a:defRPr/>
            </a:pPr>
            <a:fld id="{270FC3CA-C7CC-4B9B-805B-17CD766BFF1C}" type="slidenum">
              <a:rPr lang="en-IN" altLang="en-US"/>
              <a:pPr>
                <a:defRPr/>
              </a:pPr>
              <a:t>‹#›</a:t>
            </a:fld>
            <a:endParaRPr lang="en-IN" altLang="en-US"/>
          </a:p>
        </p:txBody>
      </p:sp>
    </p:spTree>
    <p:extLst>
      <p:ext uri="{BB962C8B-B14F-4D97-AF65-F5344CB8AC3E}">
        <p14:creationId xmlns:p14="http://schemas.microsoft.com/office/powerpoint/2010/main" val="31498433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Date Placeholder 3">
            <a:extLst>
              <a:ext uri="{FF2B5EF4-FFF2-40B4-BE49-F238E27FC236}">
                <a16:creationId xmlns:a16="http://schemas.microsoft.com/office/drawing/2014/main" id="{C0AA512A-90D1-0AC3-6A58-04722818A0EF}"/>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4" name="Footer Placeholder 4">
            <a:extLst>
              <a:ext uri="{FF2B5EF4-FFF2-40B4-BE49-F238E27FC236}">
                <a16:creationId xmlns:a16="http://schemas.microsoft.com/office/drawing/2014/main" id="{FFBB6D5E-32FD-AB8F-3579-87DB9F9D8F07}"/>
              </a:ext>
            </a:extLst>
          </p:cNvPr>
          <p:cNvSpPr>
            <a:spLocks noGrp="1"/>
          </p:cNvSpPr>
          <p:nvPr>
            <p:ph type="ftr" sz="quarter" idx="11"/>
          </p:nvPr>
        </p:nvSpPr>
        <p:spPr/>
        <p:txBody>
          <a:bodyPr/>
          <a:lstStyle>
            <a:lvl1pPr>
              <a:defRPr/>
            </a:lvl1pPr>
          </a:lstStyle>
          <a:p>
            <a:pPr>
              <a:defRPr/>
            </a:pPr>
            <a:r>
              <a:rPr lang="en-IN"/>
              <a:t>Batch no : 1</a:t>
            </a:r>
          </a:p>
        </p:txBody>
      </p:sp>
      <p:sp>
        <p:nvSpPr>
          <p:cNvPr id="5" name="Slide Number Placeholder 5">
            <a:extLst>
              <a:ext uri="{FF2B5EF4-FFF2-40B4-BE49-F238E27FC236}">
                <a16:creationId xmlns:a16="http://schemas.microsoft.com/office/drawing/2014/main" id="{BB3D63FD-8E8C-8BF2-7C8A-D5BFD2839821}"/>
              </a:ext>
            </a:extLst>
          </p:cNvPr>
          <p:cNvSpPr>
            <a:spLocks noGrp="1"/>
          </p:cNvSpPr>
          <p:nvPr>
            <p:ph type="sldNum" sz="quarter" idx="12"/>
          </p:nvPr>
        </p:nvSpPr>
        <p:spPr/>
        <p:txBody>
          <a:bodyPr/>
          <a:lstStyle>
            <a:lvl1pPr>
              <a:defRPr/>
            </a:lvl1pPr>
          </a:lstStyle>
          <a:p>
            <a:pPr>
              <a:defRPr/>
            </a:pPr>
            <a:fld id="{FEFEF753-00C7-44DF-81CA-0E27AEF0B987}" type="slidenum">
              <a:rPr lang="en-IN" altLang="en-US"/>
              <a:pPr>
                <a:defRPr/>
              </a:pPr>
              <a:t>‹#›</a:t>
            </a:fld>
            <a:endParaRPr lang="en-IN" altLang="en-US"/>
          </a:p>
        </p:txBody>
      </p:sp>
    </p:spTree>
    <p:extLst>
      <p:ext uri="{BB962C8B-B14F-4D97-AF65-F5344CB8AC3E}">
        <p14:creationId xmlns:p14="http://schemas.microsoft.com/office/powerpoint/2010/main" val="30240603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3">
            <a:extLst>
              <a:ext uri="{FF2B5EF4-FFF2-40B4-BE49-F238E27FC236}">
                <a16:creationId xmlns:a16="http://schemas.microsoft.com/office/drawing/2014/main" id="{BA35B496-10E2-1DA4-2A6D-DE2F5BF547B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9094788" y="0"/>
            <a:ext cx="3097212" cy="841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image1.jpeg">
            <a:extLst>
              <a:ext uri="{FF2B5EF4-FFF2-40B4-BE49-F238E27FC236}">
                <a16:creationId xmlns:a16="http://schemas.microsoft.com/office/drawing/2014/main" id="{1D4D97FF-971C-13B1-9390-56297076A2EC}"/>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0" y="0"/>
            <a:ext cx="862013" cy="849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Date Placeholder 3">
            <a:extLst>
              <a:ext uri="{FF2B5EF4-FFF2-40B4-BE49-F238E27FC236}">
                <a16:creationId xmlns:a16="http://schemas.microsoft.com/office/drawing/2014/main" id="{2CC75BD7-49AA-587D-D4DB-BBBFEF303C8E}"/>
              </a:ext>
            </a:extLst>
          </p:cNvPr>
          <p:cNvSpPr>
            <a:spLocks noGrp="1"/>
          </p:cNvSpPr>
          <p:nvPr>
            <p:ph type="dt" sz="half" idx="10"/>
          </p:nvPr>
        </p:nvSpPr>
        <p:spPr/>
        <p:txBody>
          <a:bodyPr/>
          <a:lstStyle>
            <a:lvl1pPr>
              <a:defRPr sz="1400">
                <a:latin typeface="Batang" pitchFamily="18" charset="-127"/>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5C76F81E-693D-A940-65A3-DD2A5EC5E8AF}"/>
              </a:ext>
            </a:extLst>
          </p:cNvPr>
          <p:cNvSpPr>
            <a:spLocks noGrp="1"/>
          </p:cNvSpPr>
          <p:nvPr>
            <p:ph type="ftr" sz="quarter" idx="11"/>
          </p:nvPr>
        </p:nvSpPr>
        <p:spPr/>
        <p:txBody>
          <a:bodyPr/>
          <a:lstStyle>
            <a:lvl1pPr>
              <a:defRPr sz="1400" baseline="0">
                <a:latin typeface="Batang" pitchFamily="18" charset="-127"/>
              </a:defRPr>
            </a:lvl1pPr>
          </a:lstStyle>
          <a:p>
            <a:pPr>
              <a:defRPr/>
            </a:pPr>
            <a:r>
              <a:rPr lang="en-IN"/>
              <a:t>Batch no : 1</a:t>
            </a:r>
          </a:p>
        </p:txBody>
      </p:sp>
      <p:sp>
        <p:nvSpPr>
          <p:cNvPr id="6" name="Slide Number Placeholder 5">
            <a:extLst>
              <a:ext uri="{FF2B5EF4-FFF2-40B4-BE49-F238E27FC236}">
                <a16:creationId xmlns:a16="http://schemas.microsoft.com/office/drawing/2014/main" id="{507977B5-B123-97A8-EBF5-FA7CCEB8AAFC}"/>
              </a:ext>
            </a:extLst>
          </p:cNvPr>
          <p:cNvSpPr>
            <a:spLocks noGrp="1"/>
          </p:cNvSpPr>
          <p:nvPr>
            <p:ph type="sldNum" sz="quarter" idx="12"/>
          </p:nvPr>
        </p:nvSpPr>
        <p:spPr/>
        <p:txBody>
          <a:bodyPr/>
          <a:lstStyle>
            <a:lvl1pPr>
              <a:defRPr sz="1400" smtClean="0">
                <a:latin typeface="Batang" panose="02030600000101010101" pitchFamily="18" charset="-127"/>
              </a:defRPr>
            </a:lvl1pPr>
          </a:lstStyle>
          <a:p>
            <a:pPr>
              <a:defRPr/>
            </a:pPr>
            <a:fld id="{0B980175-69DF-4F62-AF1D-AFE794BBCDFA}" type="slidenum">
              <a:rPr lang="en-IN" altLang="en-US"/>
              <a:pPr>
                <a:defRPr/>
              </a:pPr>
              <a:t>‹#›</a:t>
            </a:fld>
            <a:endParaRPr lang="en-IN" altLang="en-US"/>
          </a:p>
        </p:txBody>
      </p:sp>
    </p:spTree>
    <p:extLst>
      <p:ext uri="{BB962C8B-B14F-4D97-AF65-F5344CB8AC3E}">
        <p14:creationId xmlns:p14="http://schemas.microsoft.com/office/powerpoint/2010/main" val="4127354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Click to edit Master text styles</a:t>
            </a:r>
          </a:p>
        </p:txBody>
      </p:sp>
      <p:sp>
        <p:nvSpPr>
          <p:cNvPr id="5" name="Date Placeholder 3">
            <a:extLst>
              <a:ext uri="{FF2B5EF4-FFF2-40B4-BE49-F238E27FC236}">
                <a16:creationId xmlns:a16="http://schemas.microsoft.com/office/drawing/2014/main" id="{49CA3B00-7124-D50C-6F8B-B9ED3546B09C}"/>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6" name="Footer Placeholder 4">
            <a:extLst>
              <a:ext uri="{FF2B5EF4-FFF2-40B4-BE49-F238E27FC236}">
                <a16:creationId xmlns:a16="http://schemas.microsoft.com/office/drawing/2014/main" id="{2E6A8EDB-52C1-2D6F-930E-5EB2266DD43C}"/>
              </a:ext>
            </a:extLst>
          </p:cNvPr>
          <p:cNvSpPr>
            <a:spLocks noGrp="1"/>
          </p:cNvSpPr>
          <p:nvPr>
            <p:ph type="ftr" sz="quarter" idx="11"/>
          </p:nvPr>
        </p:nvSpPr>
        <p:spPr/>
        <p:txBody>
          <a:bodyPr/>
          <a:lstStyle>
            <a:lvl1pPr>
              <a:defRPr/>
            </a:lvl1pPr>
          </a:lstStyle>
          <a:p>
            <a:pPr>
              <a:defRPr/>
            </a:pPr>
            <a:r>
              <a:rPr lang="en-IN"/>
              <a:t>Batch no : 1</a:t>
            </a:r>
          </a:p>
        </p:txBody>
      </p:sp>
      <p:sp>
        <p:nvSpPr>
          <p:cNvPr id="7" name="Slide Number Placeholder 5">
            <a:extLst>
              <a:ext uri="{FF2B5EF4-FFF2-40B4-BE49-F238E27FC236}">
                <a16:creationId xmlns:a16="http://schemas.microsoft.com/office/drawing/2014/main" id="{BB27333F-732E-1AE9-2D5A-3E0E7DB6DE39}"/>
              </a:ext>
            </a:extLst>
          </p:cNvPr>
          <p:cNvSpPr>
            <a:spLocks noGrp="1"/>
          </p:cNvSpPr>
          <p:nvPr>
            <p:ph type="sldNum" sz="quarter" idx="12"/>
          </p:nvPr>
        </p:nvSpPr>
        <p:spPr/>
        <p:txBody>
          <a:bodyPr/>
          <a:lstStyle>
            <a:lvl1pPr>
              <a:defRPr/>
            </a:lvl1pPr>
          </a:lstStyle>
          <a:p>
            <a:pPr>
              <a:defRPr/>
            </a:pPr>
            <a:fld id="{5DDF989E-53FF-4406-8321-820DF9DBC77B}" type="slidenum">
              <a:rPr lang="en-IN" altLang="en-US"/>
              <a:pPr>
                <a:defRPr/>
              </a:pPr>
              <a:t>‹#›</a:t>
            </a:fld>
            <a:endParaRPr lang="en-IN" altLang="en-US"/>
          </a:p>
        </p:txBody>
      </p:sp>
    </p:spTree>
    <p:extLst>
      <p:ext uri="{BB962C8B-B14F-4D97-AF65-F5344CB8AC3E}">
        <p14:creationId xmlns:p14="http://schemas.microsoft.com/office/powerpoint/2010/main" val="1868932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noProof="1"/>
              <a:t>Click to edit Master title style</a:t>
            </a:r>
            <a:endParaRPr lang="en-IN" noProof="1"/>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noProof="1"/>
              <a:t>Click to edit Master text styles</a:t>
            </a:r>
          </a:p>
        </p:txBody>
      </p:sp>
      <p:sp>
        <p:nvSpPr>
          <p:cNvPr id="5" name="Date Placeholder 3">
            <a:extLst>
              <a:ext uri="{FF2B5EF4-FFF2-40B4-BE49-F238E27FC236}">
                <a16:creationId xmlns:a16="http://schemas.microsoft.com/office/drawing/2014/main" id="{D34E7D4E-246B-86B1-E3CD-F24334FFCC6A}"/>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6" name="Footer Placeholder 4">
            <a:extLst>
              <a:ext uri="{FF2B5EF4-FFF2-40B4-BE49-F238E27FC236}">
                <a16:creationId xmlns:a16="http://schemas.microsoft.com/office/drawing/2014/main" id="{1CCEFE75-4622-E3A7-5965-A1D54BAF7D25}"/>
              </a:ext>
            </a:extLst>
          </p:cNvPr>
          <p:cNvSpPr>
            <a:spLocks noGrp="1"/>
          </p:cNvSpPr>
          <p:nvPr>
            <p:ph type="ftr" sz="quarter" idx="11"/>
          </p:nvPr>
        </p:nvSpPr>
        <p:spPr/>
        <p:txBody>
          <a:bodyPr/>
          <a:lstStyle>
            <a:lvl1pPr>
              <a:defRPr/>
            </a:lvl1pPr>
          </a:lstStyle>
          <a:p>
            <a:pPr>
              <a:defRPr/>
            </a:pPr>
            <a:r>
              <a:rPr lang="en-IN"/>
              <a:t>Batch no : 1</a:t>
            </a:r>
          </a:p>
        </p:txBody>
      </p:sp>
      <p:sp>
        <p:nvSpPr>
          <p:cNvPr id="7" name="Slide Number Placeholder 5">
            <a:extLst>
              <a:ext uri="{FF2B5EF4-FFF2-40B4-BE49-F238E27FC236}">
                <a16:creationId xmlns:a16="http://schemas.microsoft.com/office/drawing/2014/main" id="{9A97B334-DF44-AA32-8AF9-B47C1CBD8FAE}"/>
              </a:ext>
            </a:extLst>
          </p:cNvPr>
          <p:cNvSpPr>
            <a:spLocks noGrp="1"/>
          </p:cNvSpPr>
          <p:nvPr>
            <p:ph type="sldNum" sz="quarter" idx="12"/>
          </p:nvPr>
        </p:nvSpPr>
        <p:spPr/>
        <p:txBody>
          <a:bodyPr/>
          <a:lstStyle>
            <a:lvl1pPr>
              <a:defRPr/>
            </a:lvl1pPr>
          </a:lstStyle>
          <a:p>
            <a:pPr>
              <a:defRPr/>
            </a:pPr>
            <a:fld id="{9CC0D733-2029-457C-85FD-8DE8FB32B78A}" type="slidenum">
              <a:rPr lang="en-IN" altLang="en-US"/>
              <a:pPr>
                <a:defRPr/>
              </a:pPr>
              <a:t>‹#›</a:t>
            </a:fld>
            <a:endParaRPr lang="en-IN" altLang="en-US"/>
          </a:p>
        </p:txBody>
      </p:sp>
    </p:spTree>
    <p:extLst>
      <p:ext uri="{BB962C8B-B14F-4D97-AF65-F5344CB8AC3E}">
        <p14:creationId xmlns:p14="http://schemas.microsoft.com/office/powerpoint/2010/main" val="42846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1"/>
              <a:t>Click to edit Master title style</a:t>
            </a:r>
            <a:endParaRPr lang="en-IN" noProof="1"/>
          </a:p>
        </p:txBody>
      </p:sp>
      <p:sp>
        <p:nvSpPr>
          <p:cNvPr id="3" name="Vertical Text Placeholder 2"/>
          <p:cNvSpPr>
            <a:spLocks noGrp="1"/>
          </p:cNvSpPr>
          <p:nvPr>
            <p:ph type="body" orient="vert" idx="1"/>
          </p:nvPr>
        </p:nvSpPr>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DD5C0E55-6D6D-9EC0-4972-349106BA5567}"/>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9BC963EB-534E-FC51-3864-B7E8DF8B6374}"/>
              </a:ext>
            </a:extLst>
          </p:cNvPr>
          <p:cNvSpPr>
            <a:spLocks noGrp="1"/>
          </p:cNvSpPr>
          <p:nvPr>
            <p:ph type="ftr" sz="quarter" idx="11"/>
          </p:nvPr>
        </p:nvSpPr>
        <p:spPr/>
        <p:txBody>
          <a:bodyPr/>
          <a:lstStyle>
            <a:lvl1pPr>
              <a:defRPr/>
            </a:lvl1pPr>
          </a:lstStyle>
          <a:p>
            <a:pPr>
              <a:defRPr/>
            </a:pPr>
            <a:r>
              <a:rPr lang="en-IN"/>
              <a:t>Batch no : 1</a:t>
            </a:r>
          </a:p>
        </p:txBody>
      </p:sp>
      <p:sp>
        <p:nvSpPr>
          <p:cNvPr id="6" name="Slide Number Placeholder 5">
            <a:extLst>
              <a:ext uri="{FF2B5EF4-FFF2-40B4-BE49-F238E27FC236}">
                <a16:creationId xmlns:a16="http://schemas.microsoft.com/office/drawing/2014/main" id="{F6B43104-03BD-3BB0-9FC8-AFD381470B27}"/>
              </a:ext>
            </a:extLst>
          </p:cNvPr>
          <p:cNvSpPr>
            <a:spLocks noGrp="1"/>
          </p:cNvSpPr>
          <p:nvPr>
            <p:ph type="sldNum" sz="quarter" idx="12"/>
          </p:nvPr>
        </p:nvSpPr>
        <p:spPr/>
        <p:txBody>
          <a:bodyPr/>
          <a:lstStyle>
            <a:lvl1pPr>
              <a:defRPr/>
            </a:lvl1pPr>
          </a:lstStyle>
          <a:p>
            <a:pPr>
              <a:defRPr/>
            </a:pPr>
            <a:fld id="{A724146F-8160-46EF-8A7B-31E8D1945EF7}" type="slidenum">
              <a:rPr lang="en-IN" altLang="en-US"/>
              <a:pPr>
                <a:defRPr/>
              </a:pPr>
              <a:t>‹#›</a:t>
            </a:fld>
            <a:endParaRPr lang="en-IN" altLang="en-US"/>
          </a:p>
        </p:txBody>
      </p:sp>
    </p:spTree>
    <p:extLst>
      <p:ext uri="{BB962C8B-B14F-4D97-AF65-F5344CB8AC3E}">
        <p14:creationId xmlns:p14="http://schemas.microsoft.com/office/powerpoint/2010/main" val="1157934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noProof="1"/>
              <a:t>Click to edit Master title style</a:t>
            </a:r>
            <a:endParaRPr lang="en-IN" noProof="1"/>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noProof="1"/>
              <a:t>Click to edit Master text styles</a:t>
            </a:r>
          </a:p>
          <a:p>
            <a:pPr lvl="1"/>
            <a:r>
              <a:rPr lang="en-US" noProof="1"/>
              <a:t>Second level</a:t>
            </a:r>
          </a:p>
          <a:p>
            <a:pPr lvl="2"/>
            <a:r>
              <a:rPr lang="en-US" noProof="1"/>
              <a:t>Third level</a:t>
            </a:r>
          </a:p>
          <a:p>
            <a:pPr lvl="3"/>
            <a:r>
              <a:rPr lang="en-US" noProof="1"/>
              <a:t>Fourth level</a:t>
            </a:r>
          </a:p>
          <a:p>
            <a:pPr lvl="4"/>
            <a:r>
              <a:rPr lang="en-US" noProof="1"/>
              <a:t>Fifth level</a:t>
            </a:r>
            <a:endParaRPr lang="en-IN" noProof="1"/>
          </a:p>
        </p:txBody>
      </p:sp>
      <p:sp>
        <p:nvSpPr>
          <p:cNvPr id="4" name="Date Placeholder 3">
            <a:extLst>
              <a:ext uri="{FF2B5EF4-FFF2-40B4-BE49-F238E27FC236}">
                <a16:creationId xmlns:a16="http://schemas.microsoft.com/office/drawing/2014/main" id="{3D0FA1F2-88C2-70A0-A0EF-FD14009D5E02}"/>
              </a:ext>
            </a:extLst>
          </p:cNvPr>
          <p:cNvSpPr>
            <a:spLocks noGrp="1"/>
          </p:cNvSpPr>
          <p:nvPr>
            <p:ph type="dt" sz="half" idx="10"/>
          </p:nvPr>
        </p:nvSpPr>
        <p:spPr/>
        <p:txBody>
          <a:bodyPr/>
          <a:lstStyle>
            <a:lvl1pPr>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F59F9A2A-5D12-1C1E-2E5D-2C0BF011C014}"/>
              </a:ext>
            </a:extLst>
          </p:cNvPr>
          <p:cNvSpPr>
            <a:spLocks noGrp="1"/>
          </p:cNvSpPr>
          <p:nvPr>
            <p:ph type="ftr" sz="quarter" idx="11"/>
          </p:nvPr>
        </p:nvSpPr>
        <p:spPr/>
        <p:txBody>
          <a:bodyPr/>
          <a:lstStyle>
            <a:lvl1pPr>
              <a:defRPr/>
            </a:lvl1pPr>
          </a:lstStyle>
          <a:p>
            <a:pPr>
              <a:defRPr/>
            </a:pPr>
            <a:r>
              <a:rPr lang="en-IN"/>
              <a:t>Batch no : 1</a:t>
            </a:r>
          </a:p>
        </p:txBody>
      </p:sp>
      <p:sp>
        <p:nvSpPr>
          <p:cNvPr id="6" name="Slide Number Placeholder 5">
            <a:extLst>
              <a:ext uri="{FF2B5EF4-FFF2-40B4-BE49-F238E27FC236}">
                <a16:creationId xmlns:a16="http://schemas.microsoft.com/office/drawing/2014/main" id="{92B82A9A-EB04-3AB9-B974-A1680991AAB8}"/>
              </a:ext>
            </a:extLst>
          </p:cNvPr>
          <p:cNvSpPr>
            <a:spLocks noGrp="1"/>
          </p:cNvSpPr>
          <p:nvPr>
            <p:ph type="sldNum" sz="quarter" idx="12"/>
          </p:nvPr>
        </p:nvSpPr>
        <p:spPr/>
        <p:txBody>
          <a:bodyPr/>
          <a:lstStyle>
            <a:lvl1pPr>
              <a:defRPr/>
            </a:lvl1pPr>
          </a:lstStyle>
          <a:p>
            <a:pPr>
              <a:defRPr/>
            </a:pPr>
            <a:fld id="{A5A3D96D-7D0C-49F4-ABB5-3458EF692AC9}" type="slidenum">
              <a:rPr lang="en-IN" altLang="en-US"/>
              <a:pPr>
                <a:defRPr/>
              </a:pPr>
              <a:t>‹#›</a:t>
            </a:fld>
            <a:endParaRPr lang="en-IN" altLang="en-US"/>
          </a:p>
        </p:txBody>
      </p:sp>
    </p:spTree>
    <p:extLst>
      <p:ext uri="{BB962C8B-B14F-4D97-AF65-F5344CB8AC3E}">
        <p14:creationId xmlns:p14="http://schemas.microsoft.com/office/powerpoint/2010/main" val="17191504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3469B9FE-1D02-0575-B5B6-42ED9E39E581}"/>
              </a:ext>
            </a:extLst>
          </p:cNvPr>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zh-CN"/>
              <a:t>Click to edit Master title style</a:t>
            </a:r>
            <a:endParaRPr lang="en-IN" altLang="en-US"/>
          </a:p>
        </p:txBody>
      </p:sp>
      <p:sp>
        <p:nvSpPr>
          <p:cNvPr id="1027" name="Text Placeholder 2">
            <a:extLst>
              <a:ext uri="{FF2B5EF4-FFF2-40B4-BE49-F238E27FC236}">
                <a16:creationId xmlns:a16="http://schemas.microsoft.com/office/drawing/2014/main" id="{CB441665-CC5A-B4FA-B6AC-1A00EB03B0F6}"/>
              </a:ext>
            </a:extLst>
          </p:cNvPr>
          <p:cNvSpPr>
            <a:spLocks noGrp="1" noChangeArrowheads="1"/>
          </p:cNvSpPr>
          <p:nvPr>
            <p:ph type="body" idx="4294967295"/>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IN" altLang="en-US"/>
          </a:p>
        </p:txBody>
      </p:sp>
      <p:sp>
        <p:nvSpPr>
          <p:cNvPr id="4" name="Date Placeholder 3">
            <a:extLst>
              <a:ext uri="{FF2B5EF4-FFF2-40B4-BE49-F238E27FC236}">
                <a16:creationId xmlns:a16="http://schemas.microsoft.com/office/drawing/2014/main" id="{2FC712CA-9632-0374-8AA0-4A941808C18C}"/>
              </a:ext>
            </a:extLst>
          </p:cNvPr>
          <p:cNvSpPr>
            <a:spLocks noGrp="1"/>
          </p:cNvSpPr>
          <p:nvPr>
            <p:ph type="dt" sz="half" idx="2"/>
          </p:nvPr>
        </p:nvSpPr>
        <p:spPr>
          <a:xfrm>
            <a:off x="838200" y="6356350"/>
            <a:ext cx="2743200" cy="365125"/>
          </a:xfrm>
          <a:prstGeom prst="rect">
            <a:avLst/>
          </a:prstGeom>
        </p:spPr>
        <p:txBody>
          <a:bodyPr vert="horz" wrap="square" lIns="91440" tIns="45720" rIns="91440" bIns="45720" numCol="1" anchor="ctr" anchorCtr="0" compatLnSpc="1">
            <a:prstTxWarp prst="textNoShape">
              <a:avLst/>
            </a:prstTxWarp>
          </a:bodyPr>
          <a:lstStyle>
            <a:lvl1pPr eaLnBrk="1" hangingPunct="1">
              <a:buFont typeface="Arial" panose="020B0604020202020204" pitchFamily="34" charset="0"/>
              <a:buNone/>
              <a:defRPr sz="1200">
                <a:solidFill>
                  <a:srgbClr val="898989"/>
                </a:solidFill>
                <a:latin typeface="Calibri" pitchFamily="34" charset="0"/>
                <a:ea typeface="SimSun" pitchFamily="2" charset="-122"/>
              </a:defRPr>
            </a:lvl1pPr>
          </a:lstStyle>
          <a:p>
            <a:pPr>
              <a:defRPr/>
            </a:pPr>
            <a:r>
              <a:rPr lang="en-US" altLang="zh-CN"/>
              <a:t>05-03-2021</a:t>
            </a:r>
            <a:endParaRPr lang="en-IN" altLang="en-US"/>
          </a:p>
        </p:txBody>
      </p:sp>
      <p:sp>
        <p:nvSpPr>
          <p:cNvPr id="5" name="Footer Placeholder 4">
            <a:extLst>
              <a:ext uri="{FF2B5EF4-FFF2-40B4-BE49-F238E27FC236}">
                <a16:creationId xmlns:a16="http://schemas.microsoft.com/office/drawing/2014/main" id="{419AB005-EAC2-143C-B55F-16D96CD6D6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buFontTx/>
              <a:buNone/>
              <a:defRPr sz="1200">
                <a:solidFill>
                  <a:schemeClr val="tx1">
                    <a:tint val="75000"/>
                  </a:schemeClr>
                </a:solidFill>
                <a:latin typeface="+mn-lt"/>
                <a:cs typeface="+mn-cs"/>
              </a:defRPr>
            </a:lvl1pPr>
          </a:lstStyle>
          <a:p>
            <a:pPr>
              <a:defRPr/>
            </a:pPr>
            <a:r>
              <a:rPr lang="en-IN"/>
              <a:t>Batch no : 1</a:t>
            </a:r>
          </a:p>
        </p:txBody>
      </p:sp>
      <p:sp>
        <p:nvSpPr>
          <p:cNvPr id="6" name="Slide Number Placeholder 5">
            <a:extLst>
              <a:ext uri="{FF2B5EF4-FFF2-40B4-BE49-F238E27FC236}">
                <a16:creationId xmlns:a16="http://schemas.microsoft.com/office/drawing/2014/main" id="{E061FADB-2312-5AF0-BF44-5F48704ACE64}"/>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buFont typeface="Arial" panose="020B0604020202020204" pitchFamily="34" charset="0"/>
              <a:buNone/>
              <a:defRPr sz="1200" smtClean="0">
                <a:solidFill>
                  <a:srgbClr val="898989"/>
                </a:solidFill>
                <a:latin typeface="Calibri" panose="020F0502020204030204" pitchFamily="34" charset="0"/>
              </a:defRPr>
            </a:lvl1pPr>
          </a:lstStyle>
          <a:p>
            <a:pPr>
              <a:defRPr/>
            </a:pPr>
            <a:fld id="{C2A005A7-C1D6-45BF-99B9-9A12C180838F}"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833" r:id="rId1"/>
    <p:sldLayoutId id="2147483834" r:id="rId2"/>
    <p:sldLayoutId id="2147483835" r:id="rId3"/>
    <p:sldLayoutId id="2147483836" r:id="rId4"/>
    <p:sldLayoutId id="2147483837" r:id="rId5"/>
    <p:sldLayoutId id="2147483838" r:id="rId6"/>
    <p:sldLayoutId id="2147483843" r:id="rId7"/>
    <p:sldLayoutId id="2147483839" r:id="rId8"/>
    <p:sldLayoutId id="2147483840" r:id="rId9"/>
    <p:sldLayoutId id="2147483841" r:id="rId10"/>
    <p:sldLayoutId id="2147483842" r:id="rId11"/>
  </p:sldLayoutIdLst>
  <p:hf hdr="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a:defRPr>
      </a:lvl2pPr>
      <a:lvl3pPr algn="l" rtl="0" eaLnBrk="0" fontAlgn="base" hangingPunct="0">
        <a:lnSpc>
          <a:spcPct val="90000"/>
        </a:lnSpc>
        <a:spcBef>
          <a:spcPct val="0"/>
        </a:spcBef>
        <a:spcAft>
          <a:spcPct val="0"/>
        </a:spcAft>
        <a:defRPr sz="4400">
          <a:solidFill>
            <a:schemeClr val="tx1"/>
          </a:solidFill>
          <a:latin typeface="Calibri Light" panose="020F0302020204030204"/>
        </a:defRPr>
      </a:lvl3pPr>
      <a:lvl4pPr algn="l" rtl="0" eaLnBrk="0" fontAlgn="base" hangingPunct="0">
        <a:lnSpc>
          <a:spcPct val="90000"/>
        </a:lnSpc>
        <a:spcBef>
          <a:spcPct val="0"/>
        </a:spcBef>
        <a:spcAft>
          <a:spcPct val="0"/>
        </a:spcAft>
        <a:defRPr sz="4400">
          <a:solidFill>
            <a:schemeClr val="tx1"/>
          </a:solidFill>
          <a:latin typeface="Calibri Light" panose="020F0302020204030204"/>
        </a:defRPr>
      </a:lvl4pPr>
      <a:lvl5pPr algn="l" rtl="0" eaLnBrk="0" fontAlgn="base" hangingPunct="0">
        <a:lnSpc>
          <a:spcPct val="90000"/>
        </a:lnSpc>
        <a:spcBef>
          <a:spcPct val="0"/>
        </a:spcBef>
        <a:spcAft>
          <a:spcPct val="0"/>
        </a:spcAft>
        <a:defRPr sz="4400">
          <a:solidFill>
            <a:schemeClr val="tx1"/>
          </a:solidFill>
          <a:latin typeface="Calibri Light" panose="020F0302020204030204"/>
        </a:defRPr>
      </a:lvl5pPr>
      <a:lvl6pPr marL="457200" algn="l" rtl="0" fontAlgn="base">
        <a:lnSpc>
          <a:spcPct val="90000"/>
        </a:lnSpc>
        <a:spcBef>
          <a:spcPct val="0"/>
        </a:spcBef>
        <a:spcAft>
          <a:spcPct val="0"/>
        </a:spcAft>
        <a:defRPr sz="4400">
          <a:solidFill>
            <a:schemeClr val="tx1"/>
          </a:solidFill>
          <a:latin typeface="Calibri Light" panose="020F0302020204030204"/>
        </a:defRPr>
      </a:lvl6pPr>
      <a:lvl7pPr marL="914400" algn="l" rtl="0" fontAlgn="base">
        <a:lnSpc>
          <a:spcPct val="90000"/>
        </a:lnSpc>
        <a:spcBef>
          <a:spcPct val="0"/>
        </a:spcBef>
        <a:spcAft>
          <a:spcPct val="0"/>
        </a:spcAft>
        <a:defRPr sz="4400">
          <a:solidFill>
            <a:schemeClr val="tx1"/>
          </a:solidFill>
          <a:latin typeface="Calibri Light" panose="020F0302020204030204"/>
        </a:defRPr>
      </a:lvl7pPr>
      <a:lvl8pPr marL="1371600" algn="l" rtl="0" fontAlgn="base">
        <a:lnSpc>
          <a:spcPct val="90000"/>
        </a:lnSpc>
        <a:spcBef>
          <a:spcPct val="0"/>
        </a:spcBef>
        <a:spcAft>
          <a:spcPct val="0"/>
        </a:spcAft>
        <a:defRPr sz="4400">
          <a:solidFill>
            <a:schemeClr val="tx1"/>
          </a:solidFill>
          <a:latin typeface="Calibri Light" panose="020F0302020204030204"/>
        </a:defRPr>
      </a:lvl8pPr>
      <a:lvl9pPr marL="1828800" algn="l" rtl="0" fontAlgn="base">
        <a:lnSpc>
          <a:spcPct val="90000"/>
        </a:lnSpc>
        <a:spcBef>
          <a:spcPct val="0"/>
        </a:spcBef>
        <a:spcAft>
          <a:spcPct val="0"/>
        </a:spcAft>
        <a:defRPr sz="4400">
          <a:solidFill>
            <a:schemeClr val="tx1"/>
          </a:solidFill>
          <a:latin typeface="Calibri Light" panose="020F0302020204030204"/>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extBox 7">
            <a:extLst>
              <a:ext uri="{FF2B5EF4-FFF2-40B4-BE49-F238E27FC236}">
                <a16:creationId xmlns:a16="http://schemas.microsoft.com/office/drawing/2014/main" id="{61ABDDDD-CF4D-79FA-F40C-1C0EDFC8704A}"/>
              </a:ext>
            </a:extLst>
          </p:cNvPr>
          <p:cNvSpPr txBox="1">
            <a:spLocks noChangeArrowheads="1"/>
          </p:cNvSpPr>
          <p:nvPr/>
        </p:nvSpPr>
        <p:spPr bwMode="auto">
          <a:xfrm>
            <a:off x="1101725" y="1387475"/>
            <a:ext cx="9988550" cy="1938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sz="4000" b="1" dirty="0">
                <a:latin typeface="Bell MT" panose="02020503060305020303" pitchFamily="18" charset="0"/>
                <a:ea typeface="SimSun" panose="02010600030101010101" pitchFamily="2" charset="-122"/>
              </a:rPr>
              <a:t>Multimodal Audio Analysis for Early Brain Disorder Detection</a:t>
            </a:r>
          </a:p>
          <a:p>
            <a:pPr algn="ctr" eaLnBrk="1" hangingPunct="1">
              <a:lnSpc>
                <a:spcPct val="100000"/>
              </a:lnSpc>
              <a:spcBef>
                <a:spcPct val="0"/>
              </a:spcBef>
              <a:buFont typeface="Arial" panose="020B0604020202020204" pitchFamily="34" charset="0"/>
              <a:buNone/>
            </a:pPr>
            <a:endParaRPr lang="en-US" altLang="zh-CN" sz="4000" b="1" dirty="0">
              <a:latin typeface="Bell MT" panose="02020503060305020303" pitchFamily="18" charset="0"/>
              <a:ea typeface="SimSun" panose="02010600030101010101" pitchFamily="2" charset="-122"/>
            </a:endParaRPr>
          </a:p>
        </p:txBody>
      </p:sp>
      <p:sp>
        <p:nvSpPr>
          <p:cNvPr id="4099" name="TextBox 8">
            <a:extLst>
              <a:ext uri="{FF2B5EF4-FFF2-40B4-BE49-F238E27FC236}">
                <a16:creationId xmlns:a16="http://schemas.microsoft.com/office/drawing/2014/main" id="{3ACE27EA-816C-1463-599D-33A14309D833}"/>
              </a:ext>
            </a:extLst>
          </p:cNvPr>
          <p:cNvSpPr txBox="1">
            <a:spLocks noChangeArrowheads="1"/>
          </p:cNvSpPr>
          <p:nvPr/>
        </p:nvSpPr>
        <p:spPr bwMode="auto">
          <a:xfrm>
            <a:off x="7602538" y="3140075"/>
            <a:ext cx="4527550" cy="3319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buNone/>
            </a:pPr>
            <a:r>
              <a:rPr lang="en-US" altLang="zh-CN" sz="2000" b="1" dirty="0">
                <a:latin typeface="Times New Roman" panose="02020603050405020304" pitchFamily="18" charset="0"/>
                <a:ea typeface="SimSun" panose="02010600030101010101" pitchFamily="2" charset="-122"/>
              </a:rPr>
              <a:t>Presented by</a:t>
            </a:r>
          </a:p>
          <a:p>
            <a:pPr>
              <a:lnSpc>
                <a:spcPct val="150000"/>
              </a:lnSpc>
              <a:buNone/>
            </a:pPr>
            <a:r>
              <a:rPr lang="en-US" altLang="zh-CN" sz="2000" b="1" dirty="0">
                <a:latin typeface="Times New Roman"/>
                <a:ea typeface="SimSun"/>
                <a:cs typeface="Times New Roman"/>
              </a:rPr>
              <a:t>1.</a:t>
            </a:r>
            <a:r>
              <a:rPr lang="en-IN" altLang="en-US" sz="2000" b="1" dirty="0">
                <a:latin typeface="Times New Roman"/>
                <a:ea typeface="SimSun"/>
                <a:cs typeface="Times New Roman"/>
              </a:rPr>
              <a:t>Manoj Jegan D</a:t>
            </a:r>
            <a:r>
              <a:rPr lang="en-US" altLang="zh-CN" sz="2000" b="1" dirty="0">
                <a:latin typeface="Times New Roman"/>
                <a:ea typeface="SimSun"/>
                <a:cs typeface="Times New Roman"/>
              </a:rPr>
              <a:t> </a:t>
            </a:r>
            <a:r>
              <a:rPr lang="en-IN" altLang="en-US" sz="2000" b="1" dirty="0">
                <a:latin typeface="Times New Roman"/>
                <a:ea typeface="SimSun"/>
                <a:cs typeface="Times New Roman"/>
              </a:rPr>
              <a:t>(722822106073</a:t>
            </a:r>
            <a:r>
              <a:rPr lang="en-US" altLang="zh-CN" sz="2000" b="1" dirty="0">
                <a:latin typeface="Times New Roman"/>
                <a:ea typeface="SimSun"/>
                <a:cs typeface="Times New Roman"/>
              </a:rPr>
              <a:t>)</a:t>
            </a:r>
          </a:p>
          <a:p>
            <a:pPr>
              <a:lnSpc>
                <a:spcPct val="150000"/>
              </a:lnSpc>
              <a:buNone/>
            </a:pPr>
            <a:r>
              <a:rPr lang="en-US" altLang="zh-CN" sz="2000" b="1" dirty="0">
                <a:latin typeface="Times New Roman"/>
                <a:ea typeface="SimSun"/>
                <a:cs typeface="Times New Roman"/>
              </a:rPr>
              <a:t>2.</a:t>
            </a:r>
            <a:r>
              <a:rPr lang="en-IN" altLang="en-US" sz="2000" b="1" dirty="0" err="1">
                <a:latin typeface="Times New Roman"/>
                <a:ea typeface="SimSun"/>
                <a:cs typeface="Times New Roman"/>
              </a:rPr>
              <a:t>Mehaa</a:t>
            </a:r>
            <a:r>
              <a:rPr lang="en-IN" altLang="en-US" sz="2000" b="1" dirty="0">
                <a:latin typeface="Times New Roman"/>
                <a:ea typeface="SimSun"/>
                <a:cs typeface="Times New Roman"/>
              </a:rPr>
              <a:t> C E        </a:t>
            </a:r>
            <a:r>
              <a:rPr lang="en-US" altLang="zh-CN" sz="2000" b="1" dirty="0">
                <a:latin typeface="Times New Roman"/>
                <a:ea typeface="SimSun"/>
                <a:cs typeface="Times New Roman"/>
              </a:rPr>
              <a:t>(7228</a:t>
            </a:r>
            <a:r>
              <a:rPr lang="en-IN" altLang="en-US" sz="2000" b="1" dirty="0">
                <a:latin typeface="Times New Roman"/>
                <a:ea typeface="SimSun"/>
                <a:cs typeface="Times New Roman"/>
              </a:rPr>
              <a:t>22106076</a:t>
            </a:r>
            <a:r>
              <a:rPr lang="en-US" altLang="zh-CN" sz="2000" b="1" dirty="0">
                <a:latin typeface="Times New Roman"/>
                <a:ea typeface="SimSun"/>
                <a:cs typeface="Times New Roman"/>
              </a:rPr>
              <a:t>)</a:t>
            </a:r>
          </a:p>
          <a:p>
            <a:pPr>
              <a:lnSpc>
                <a:spcPct val="150000"/>
              </a:lnSpc>
              <a:buNone/>
            </a:pPr>
            <a:r>
              <a:rPr lang="en-US" altLang="zh-CN" sz="2000" b="1" dirty="0">
                <a:latin typeface="Times New Roman"/>
                <a:ea typeface="SimSun"/>
                <a:cs typeface="Times New Roman"/>
              </a:rPr>
              <a:t>3.</a:t>
            </a:r>
            <a:r>
              <a:rPr lang="en-IN" altLang="en-US" sz="2000" b="1" dirty="0">
                <a:latin typeface="Times New Roman"/>
                <a:ea typeface="SimSun"/>
                <a:cs typeface="Times New Roman"/>
              </a:rPr>
              <a:t>Pavithra R         </a:t>
            </a:r>
            <a:r>
              <a:rPr lang="en-US" altLang="zh-CN" sz="2000" b="1" dirty="0">
                <a:latin typeface="Times New Roman"/>
                <a:ea typeface="SimSun"/>
                <a:cs typeface="Times New Roman"/>
              </a:rPr>
              <a:t>(</a:t>
            </a:r>
            <a:r>
              <a:rPr lang="en-IN" altLang="en-US" sz="2000" b="1" dirty="0">
                <a:latin typeface="Times New Roman"/>
                <a:ea typeface="SimSun"/>
                <a:cs typeface="Times New Roman"/>
              </a:rPr>
              <a:t>722822106103</a:t>
            </a:r>
            <a:r>
              <a:rPr lang="en-US" altLang="zh-CN" sz="2000" b="1" dirty="0">
                <a:latin typeface="Times New Roman"/>
                <a:ea typeface="SimSun"/>
                <a:cs typeface="Times New Roman"/>
              </a:rPr>
              <a:t>)</a:t>
            </a:r>
          </a:p>
          <a:p>
            <a:pPr>
              <a:lnSpc>
                <a:spcPct val="150000"/>
              </a:lnSpc>
              <a:buNone/>
            </a:pPr>
            <a:r>
              <a:rPr lang="en-IN" altLang="en-US" sz="2000" b="1" dirty="0">
                <a:latin typeface="Times New Roman"/>
                <a:ea typeface="SimSun"/>
                <a:cs typeface="Times New Roman"/>
              </a:rPr>
              <a:t>4.Rekashini G       (722822106123)</a:t>
            </a:r>
            <a:endParaRPr lang="en-US" altLang="zh-CN" sz="2000" b="1" dirty="0">
              <a:latin typeface="Times New Roman"/>
              <a:ea typeface="SimSun"/>
              <a:cs typeface="Times New Roman"/>
            </a:endParaRPr>
          </a:p>
          <a:p>
            <a:pPr eaLnBrk="1" hangingPunct="1">
              <a:lnSpc>
                <a:spcPct val="150000"/>
              </a:lnSpc>
              <a:spcBef>
                <a:spcPct val="0"/>
              </a:spcBef>
              <a:buFont typeface="Arial" panose="020B0604020202020204" pitchFamily="34" charset="0"/>
              <a:buNone/>
            </a:pPr>
            <a:endParaRPr lang="en-US" altLang="zh-CN" sz="2000" b="1" dirty="0">
              <a:latin typeface="Times New Roman" panose="02020603050405020304" pitchFamily="18" charset="0"/>
              <a:ea typeface="SimSun" panose="02010600030101010101" pitchFamily="2" charset="-122"/>
            </a:endParaRPr>
          </a:p>
        </p:txBody>
      </p:sp>
      <p:sp>
        <p:nvSpPr>
          <p:cNvPr id="4100" name="TextBox 1">
            <a:extLst>
              <a:ext uri="{FF2B5EF4-FFF2-40B4-BE49-F238E27FC236}">
                <a16:creationId xmlns:a16="http://schemas.microsoft.com/office/drawing/2014/main" id="{F09D8484-C193-0B50-1DF2-2C0D3A940AA0}"/>
              </a:ext>
            </a:extLst>
          </p:cNvPr>
          <p:cNvSpPr txBox="1">
            <a:spLocks noChangeArrowheads="1"/>
          </p:cNvSpPr>
          <p:nvPr/>
        </p:nvSpPr>
        <p:spPr bwMode="auto">
          <a:xfrm>
            <a:off x="323850" y="3830638"/>
            <a:ext cx="6626225" cy="2159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50000"/>
              </a:lnSpc>
              <a:buNone/>
            </a:pPr>
            <a:r>
              <a:rPr lang="en-US" altLang="zh-CN" sz="2000" b="1" dirty="0">
                <a:latin typeface="Times New Roman" panose="02020603050405020304" pitchFamily="18" charset="0"/>
                <a:ea typeface="SimSun" panose="02010600030101010101" pitchFamily="2" charset="-122"/>
              </a:rPr>
              <a:t>Guided by</a:t>
            </a:r>
          </a:p>
          <a:p>
            <a:pPr>
              <a:lnSpc>
                <a:spcPct val="150000"/>
              </a:lnSpc>
              <a:buNone/>
            </a:pPr>
            <a:r>
              <a:rPr lang="en-US" altLang="zh-CN" sz="2000" b="1" dirty="0">
                <a:latin typeface="Times New Roman"/>
                <a:ea typeface="SimSun"/>
                <a:cs typeface="Times New Roman"/>
              </a:rPr>
              <a:t>     </a:t>
            </a:r>
            <a:r>
              <a:rPr lang="en-US" altLang="zh-CN" sz="2000" b="1" dirty="0" err="1">
                <a:latin typeface="Times New Roman"/>
                <a:ea typeface="SimSun"/>
                <a:cs typeface="Times New Roman"/>
              </a:rPr>
              <a:t>Ms.T.Nivethitha</a:t>
            </a:r>
            <a:endParaRPr lang="en-US" altLang="zh-CN" sz="2000" b="1" dirty="0">
              <a:latin typeface="Times New Roman"/>
              <a:ea typeface="SimSun"/>
              <a:cs typeface="Times New Roman"/>
            </a:endParaRPr>
          </a:p>
          <a:p>
            <a:pPr>
              <a:spcBef>
                <a:spcPct val="20000"/>
              </a:spcBef>
              <a:buNone/>
            </a:pPr>
            <a:r>
              <a:rPr lang="en-US" altLang="zh-CN" sz="2000" b="1" dirty="0">
                <a:latin typeface="Times New Roman"/>
                <a:ea typeface="SimSun"/>
                <a:cs typeface="Times New Roman"/>
              </a:rPr>
              <a:t>     Assistant professor </a:t>
            </a:r>
            <a:endParaRPr lang="en-US" altLang="zh-CN" sz="2000" b="1" dirty="0">
              <a:latin typeface="Times New Roman" panose="02020603050405020304" pitchFamily="18" charset="0"/>
              <a:ea typeface="SimSun" panose="02010600030101010101" pitchFamily="2" charset="-122"/>
              <a:cs typeface="Times New Roman"/>
            </a:endParaRPr>
          </a:p>
          <a:p>
            <a:pPr>
              <a:spcBef>
                <a:spcPct val="20000"/>
              </a:spcBef>
              <a:buNone/>
            </a:pPr>
            <a:r>
              <a:rPr lang="en-US" altLang="zh-CN" sz="2000" b="1" dirty="0">
                <a:latin typeface="Times New Roman" panose="02020603050405020304" pitchFamily="18" charset="0"/>
                <a:ea typeface="SimSun" panose="02010600030101010101" pitchFamily="2" charset="-122"/>
              </a:rPr>
              <a:t>     Department  of ECE</a:t>
            </a:r>
          </a:p>
          <a:p>
            <a:pPr>
              <a:spcBef>
                <a:spcPct val="20000"/>
              </a:spcBef>
              <a:buNone/>
            </a:pPr>
            <a:r>
              <a:rPr lang="en-US" altLang="zh-CN" sz="2000" b="1" dirty="0">
                <a:latin typeface="Times New Roman" panose="02020603050405020304" pitchFamily="18" charset="0"/>
                <a:ea typeface="SimSun" panose="02010600030101010101" pitchFamily="2" charset="-122"/>
              </a:rPr>
              <a:t>     Sri Eshwar College of Engineering.</a:t>
            </a:r>
          </a:p>
        </p:txBody>
      </p:sp>
      <p:sp>
        <p:nvSpPr>
          <p:cNvPr id="4101" name="Date Placeholder 10">
            <a:extLst>
              <a:ext uri="{FF2B5EF4-FFF2-40B4-BE49-F238E27FC236}">
                <a16:creationId xmlns:a16="http://schemas.microsoft.com/office/drawing/2014/main" id="{48951083-E8C5-3FBA-7EA2-84D011F35F73}"/>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4102" name="Slide Number Placeholder 11">
            <a:extLst>
              <a:ext uri="{FF2B5EF4-FFF2-40B4-BE49-F238E27FC236}">
                <a16:creationId xmlns:a16="http://schemas.microsoft.com/office/drawing/2014/main" id="{4FFD3A8A-B60B-50DD-E765-66A3E715447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0C286FBD-3917-45AE-92BF-7578DBC802A1}"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a:t>
            </a:fld>
            <a:endParaRPr lang="en-IN" altLang="en-US" sz="1400">
              <a:solidFill>
                <a:srgbClr val="898989"/>
              </a:solidFill>
              <a:latin typeface="Batang" panose="02030600000101010101" pitchFamily="18" charset="-127"/>
            </a:endParaRPr>
          </a:p>
        </p:txBody>
      </p:sp>
      <p:sp>
        <p:nvSpPr>
          <p:cNvPr id="13" name="Footer Placeholder 12">
            <a:extLst>
              <a:ext uri="{FF2B5EF4-FFF2-40B4-BE49-F238E27FC236}">
                <a16:creationId xmlns:a16="http://schemas.microsoft.com/office/drawing/2014/main" id="{DDA014AF-B69F-6248-0A00-E54B39BDB1D4}"/>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4104" name="AutoShape 10" descr="data:image/jpeg;base64,/9j/4AAQSkZJRgABAQAAAQABAAD/2wCEAAkGBxASEBUSEBIVFhUXGBcXFRcVFRgYGRUWFRUYGBgYGBgYHiggGBolHhUWIjEhJSkrLi4uGh8zODMtNygtLisBCgoKDg0OGBAQGi0fHyYtLSsxLS0tLS0tLSsyKy8rLS0rKy0tLS0tLS0tMDctLSsrLS0tLS0tListLS0rLSstN//AABEIAOEA4QMBIgACEQEDEQH/xAAcAAEAAgMBAQEAAAAAAAAAAAAABAUBAwYCBwj/xABPEAACAQIDBQIHDAYHBgcAAAABAgMAEQQSIQUTMUFRImEGFDIzcXOBFSM0QlJTVHKRsbPTB2KTlLLSJIKSobTB0UNjg6PD4URkdHWi5PD/xAAZAQEBAAMBAAAAAAAAAAAAAAAAAQIDBQT/xAAnEQEAAgECBQQCAwAAAAAAAAAAAQIRAyEEMUFRcQUSExVSYTIzgf/aAAwDAQACEQMRAD8A+40pSgUpSgUpSgUpSgUpSgUrF6gbaxTxxgoQCWVcxFwuY8bcL8hfS5F6CwpVD4O7RmkJWUOOyHtIFDpdmWzZAAQctxoDxvyq9vRZjCNiNowxsFkkVSeAZgDqbDjUkGqHGiSN3QRCTxlrISwAU7o3WS+uQCNj2b8ToL3q4wMJSJEJuVVQSeJIAFzRG+lUu3ds+L9AAMzM1yFBbKBZRckm/ot7KnbMxZlTMRZgSrC9xdTY2PMc6LjbKZSlKIUpSgUpSgUpSgUpSgUpSgUpSgUpSgUpSgUpSgVHx6O0bCM2cghT0P2H7jW+9KCu2C7tArObk34m5AzEAE2GYi1r2F6nyRhgQwBB0IIuCO8VC2F8HT2/xGm08S4KxRD3x75SeCKuXM562zCw5kiggbHgh8XMCkIXM+iWDW3rrmHoAA9lbdh4VvElAfK0iFgVFhG0gv2FJNgL8L1rTZsceKgIF2EUwzHVj2o2JJ9LsfbWNnbR3ceEiyM29jHaFrLlQG7f3UXGeTTsxXyYQu2YtM7DUnKPF5hlBbU8Dx610tc/g/N4L1jfgT10FEU/hLhhuHlBKuiMUZTYju7xoND0raMTBh3jw97M+bINSWI1Ylup43PGvPhDKDC0Q1eRSqKOJPXuUczwr1igPGofqTffFRYnusgazXlWr1RClKUClKUClKUClKUClKUClKUClKUClKUCsGs0oKVsVivHhFZNxuy1/jXBt95FXNV5+GL6lvxFqwIoszlA2Cf6On9b+NqxP8Mi9VP/AB4esTbMsxeBt251ItdHP66df1hY1ElkZ3UEbrEJmyX1jlBALKGHEHKptowyg20oiZiPhcPq5/vhqBsz/wAF6h/4Yqjz49p5F3QKtlaHrlkdgZeHyFivf9detWECA4hFiFkw6MhPIMwXKg6kBbn0j2BHwXm8F6xvwJ6tNo4lkChAC7sEW+guQTc9wCk1VwwNlEAIWWE54mPkupDKDbmLOysOV79K3PjBIYNCrLNZ0PFG3MmneOh5ig1YuJolyxsXxMtrtpfKpu3G4RACQNCLkcTetkaSb3DrK133c9yOt47cAATa3ICpa/Cz6lfxGrziD/S4fqTffFQV+y55osEZpGzkqHXMzELcAXJbW17sQNAOFe9jbUmaUxyXtdwMyBDePL2lsdYzm0PHhU3YSg4SEHUbtQb89Kj+DmDjRHKqAd7Mt+eVZnCqDyUAAAcBRYwuqUpRClKUClKUClKUClKUClKUClKUClKUClKUFcx/pg9S34i1Y1CxuAzsHV2R1BAZbcCQbMp0YXA7++tAx0sfn47j5yIEj+smrL7Mw76C0qvx3nsP6x/wZKlYbEJIuZGDKeYNxUbHeew/rH/BkoOa2MxEspHEPjSPYMPXT7GiCwRgDiik95YXYnqSSSTXL7I85L9bG/dh66vZfmIvVp/CKDRtJRvsMee9Yew4eYkei4H2CoOOFsalv91/Diqn7SPvuG9a3+HmqBj/AIan/C/hxVBjB4giNJQM+IxKhgOAVQAbX+LGmf0kt1NZgzZ2WEiSY6SzMOxH+oB3ckHpY9a6dyuFw5UkEYGWxHEdnD8K6vDwIihUUKo0AHKg8YDDCKNIwSQqhQTa5sLXNtL1F2D5t/X4j8d6nyyBQWYgAC5J4ADmagbAvuibEBpJnW4sSrysym3K4INBZUpSgUpSgUpSgUpSgUpSgUpSgV5dwBc6Aak9BXqou0sOJYnjJtmUrfpccaDxhNqQyNlRiTa4urLmHVcwGYajUX41MvXN4PYMm8LSMVBdpDu5WJLsuXQlRkS3xdbm2ulWnuUPnp/2zUWcdFhel6r/AHJHz0/7Zq0s74ZruzPAeLMbtEepPOM6ej0cCLelYBrNBAn2WhYuhMbn48ehP1gQVb2g1Cw07P4qz2LbyQEgWByxyre1zbhV5XP7O8nC+tm+6agqtkD3yX6+N/hw9dTsth4vEeW7Q/8AwFc7hcK2YGO2ZmnlTukimKN7HRwp+qKstlTcUUWR49/ED8QP5SHuBNx6SOVBswXaHjcxsMuaMHhFGRe5/XI4n2emGxLTRSvdWd7qh0KQxxy9puhJk16XUVswi51wsTeQIFlYfKKCMKD3Ate3UCoxbeKrubb+MyyH5GGjCsI17znUH0t3UEabtYaFBxGECW/XxG6EY9PvbE9AL1108yopZiAoFyTwArntnqBIZJrKEUTt0DShlX2JHGF9pqfDA07CSYEIDeOM8+jyDrwIXl6eAYjhbEEPICsQ1SMixc8nkHTovtPQWwoBWaATUKfa+HRiryorDiCRcVtx2JEcbO2uUcBxJ5Ad5NhWvZWGKRjPq7XeQjm7atbuHAdwFBq93cJ8/H/aFasT4R4RELGZSALnKbn2AVbVrliDAqwBB0IIuD6RRYxndrwOMSaNZIzdWAKnhoakV4ijCgKoAA0AAsAK90J/RSsA1miFKUoFYNYe/KuK2fj8QZgFfNJ2Lq0jHU+dDxaiJV1sQBwGpvRYjLopNuRLM0LBwVAJIjZlOboVBqPtTGwzR5MzjUHWCYqbcmGUXHdcVLBxfyYP7b/y1olxUzK8Wkc9gy2N1ZMwzFWK8eI1GhINiKEoeHmVEVfHMUcoAucOCTYW1JgrdFKzkrFi5C4FwssSKGt/wlJHeDpW7BbWWNQmLkWOUXvvGVQ4voynQMLWvbnyFbJ58NibJHPGXXtIY3VmQj4wse/Xre1EStnYwSpe2VgcrqeKMOIP+R5jWpLLfjXOyYl1fObJMOzICshjlX4rKVB9nMag1s92ZekX2T/l0EhScKbHWAnQ/Mk/FP8Au+nT0Wtbg1SQbZVlO9VcnBnjJdF6iQWDJ35hbvr3ho5kFsO8TxGxTO7XUH4oZQcy9OnCgua5fZeNjIwYDeXLiCuh1yibNy5Xrnv0q7TxsWBe0kMYvEbxSyCa+8+KLDs6a69a+V4SHFFI2XFyiwugDv2M41y2bS99bdaxtaK827R0L6s4pGX3TY2OjaSDK17rjWGjaqMSoJ4Vq2XtWEJh3LdlsAZFOVtUURszWtpowNuNfFI8JiltlxkosCBZnGUMbsBZtATqa8rgMQAFGLksqGNRmayxkAFAM2ikACw6Vj8tO7f9fxH4vumDx0aNEGa27wJkfRtEJj14a+Q2g10qA20YlgGZiNzs5jL2W7AlWLJy1vu30F/JNfHPFMV9Ml1XIe0/kD4nleT3cK8tgsSQwOLlIZQrDM3aVeCt2tQOlT5qdz6/iPxfa9p4+MRYvMT2Y8NA3ZbSWS4ReGtzNGLjTtdxrrxX5hxkGJEbs2LlYGzsCzdpksVJ7WpGVbHlYV9Z/RntPGyYKK8mHkHb85NIZjZz5QynT/Ks62i3Jo1tC+jOLxh9GpVZvMZ8jD/tH/kpvMZ8jD/tH/krJpYxHvuIWP4sVpH6Fz5tT6NW9i1ZgVC2ZhjGhzkF2YvIRwzNyF9coAAHcKm5h1oMmq2TGytIyQKhCWDs7EDOdcoyg3IFifrCtm08YUQBNZHOWMdWPM9wALHuFacPiMNh1ETzRhhq2eRQzM2pYgnmbmg95sZ8mD+2/wDLWufx0qQogUkEA5nNiRobZdakw7Uw7sFSaJmPALIpJ9ABvUu9BC2RHMsdpmu1zbUEheQJAAJ77Cp1YzCgNBmlKUGKWqtxU8rTbmJlSyByzKWvmZlAAuNOybnvFasFth2S5gkYgspMYUoSjFSVLNextfWguKh7RwYkUWOV1OZHHFG6+ixII5gmtfum30af7I/56e6TfRp/sj/noNUONnA7eEkzcyjQ5Seq5pAbekA1F2rjlKgTYeRNboxkwylWHNSZtDU2TaMlrLhpb8s27Vb95zGw9hqJGUjf3wNNiGF2CKDkXooJsidLm576CuG2nH+3P24L86vUe2JWICysSeABwZJ9AE9XHjn/AJSX+zH/AD14fEwuRHNAyB9BvFXKx6XUmx9NqCrdJGk7QO+A0VgsMxUc4pUYo46qSR1tWsRRX18WvfXf4M7y/PMVIBPeBY1ZYzCsi5ZA0sPEHUywnkQeLAdR2h31pTaSgWGPQjlmjBb2m4ufZQfPf0pPCMIyKMBmO7IMamPEW3nxEIN00Oub5Wmlcrs/zKfVX7hXafpY2hnwbqMZhZB72THurTn3zQq28sE04ZTwbXXTlPBvCCUwRE2D5FuOVwK0a+8RDrelWitrTPSHmldJtbZOAgaSM4mUyJcW3Wha1wM1R9leD4eHxjESiGG9gbXZz0UV55pOcOvHFUmvumJiPHPwo6VcYrAYTNEuHxDPndUYNHlKhjbMOtT9qbFwEEjRPipc68t1cXIuNR6anskniqZiMTv+nHbT8zJ9U/dXZfoxnhOFjRk2azAPfeyBZ7Zz5YMZ01HPpXG7S8zJ9U/dXcfow2hlwcStisCBZ7RPEd8DnOrOJdRz8kcq9HD8pcj1b+dfDr23HzOzf2q/lVGkxKCx8QwpU8GLIgb0CVFJHeBapz7RUiwnww9XEWf+qMx19hrfg8BKbsqrHfi0y72WTvazAIOi3Ps4V6HJU/j0f0DCftYP9KePR/QMJ+1g/wBK6L3Om+di/dx/PT3On+di/dx/PQUWGx9jePDYeE8DLGVkKA8TliUn7bDrV5gcTg40AWaI31JaRCzMeLMb6k1GxUQTTFKrJ8WaNShjJ07ViSv1gbdbcykLcLicO45GUKX9rKwDem320EvFYnByKUaWEg/7xQQRwIN9COtQsHtSQyGCOSCZlGa5kYNkOgzZUZSe8H2CvTYm3+1wepAHZ5ngPLqUuFnBzDxcG1riJgbdL5uFF8qbb74nMN4sajs5e3K0Z7R3lyqqc9suW4621q/2KX3K581+1bN5WTMcmb9bLlvWnY64rteMEHhlta19cxW3BPJsD2uN71aAVDO2ClKzWSIuMwEcts63I4G5BAPEXUg2PSo+0cAWiWOEiMKRYC4XKARl7BBA56HkKsSaptoL4ytsNiFBUnMUc6EqQDdDxB1sdDzqDbDs6UKAcZOSAATaDWw4+aqsi2iCzqcRjQUYr8HRgbcwUgItUjG4oRSLHJjJQzglQIo2JA4+TEaeND6ViP3Yfk0XGHg4tfpWM/dv/rVabHWER3hNwSSW1zM3MuTrm9NVjY8rqmIka3FZcOwUj6yRqVPfr6K8DFox3qZopDa5VGmilHfutG7jdWFEdLWnFYdZFKOoZTxB51S+6U3zyfuOJ/Mp7pzfPJ+44n8ygmphMQoypOpUcN5EXa3QsHF/Ta9Q5NpkEg47DAjQ+9cP+bUfE4l3HvjtIBqVWJ8PHbrLJIT2R0B16GveHxYyj+kOo5LDhjuwOQUtGxI7760HC/pY2gr4R18cikb3r3tILXG8Ou8uxHDhm5d9UHgV57CfWj+4V0n6WcexwTxied0O6JD4QqhO95zhFVT2R2fR1rkNg4pohDItiUCML8LgDjatGt0l1PTazb3xHZ1vhhisH4xOvi777MRvN4bZrccnTurz4UITgMCyebEeVrcA9he/fxqJivCppCxfC4Us3FjES3puW41F2R4Qz4dSi5HjPGOUZlrXNq5nfm92nw+pFazjeO889sf4h7LHv8XrE/jFdV4aYvBDFSq+HdpbDt7whblBY5eg00qix235JDHaKGMRsHCxJlBYdddamYnwveRiz4TCMx4s0RJ+0tWNZrETGWzU09S963mvSev7cltLzL/VP3V236L9pImEhXx6JGtJ71Jh9B2zrvbqW9Gbn3VxW0/MyfVP3V3X6LtqSLgok8YMagPYS4VhCPfDwxF1DNrwzdelbtDlLn+rf2V8O192f/PYP9mfz6mA4oqHSbDuLXAETgMO596bemxqKu1GJsuNwTE8AFOp6eeP3GsQFg53Q3UurPAx7EnV4yNLn5Q/rAGt7krbAY5ZAdCrro6Hih6HqOhGhqXVHNPhJCDPAc40s+HZivUZgpBHoNq15NnfR1/dX/koLLaGOWOygZ5GvljHFupN9FXqTpUVcJN81hR3ZSbe21aoWS+TBQhC1sz7ooqAcCbgZ26KPbYVLj2Hh7duNZG+M8ihmY8ySR/dwHKgi4nZLvYPFhTYhh2W0I4GpTDF203Hd5devcTCfR4f2a/6U9xMJ9Hh/Zr/AKUGjZ800cLvi9MuvIm1hfyNLZrhRxta+tNlbfinkaNcwZb3DZTw4+STqL6iveI2BhWUgQxqeIZUUMrA3VlNtCCAR6K07K2EsMjS3XM1/ITICWOrMLm7fYBc6amosYxOVzelYpVYou1sM0kLotrsLC/A9xtyPD21RbM2VOZMztLGAXIYtFmyta0S5cw3a2J1tryHPqLUsKMonbCrl2bIO1HO5ccN4EZT3Gyg2PcRXqLbCAWlV43GjLkdhfuZRZh3irKgFEVs22Y7e9B3c6KoRxc95YWUd5qnxGz4DI2+Mjy6GTcw5lBPAXEZ1tyJvqDzFdBtLFbtMwF2NlRflO2ij/vyF6bNwm7SxN2JzO3ynPE/5DuAoOc9ysL0xX7ufyqe5WF6Yr93P5VddUHas7KoWPzkhyJ3E6lv6qhm9lBQLszCgg2xVwbj+jnQjn5qpu8HzuN/Yt+VU73Nf6VP/wAr8unua/0qf/lfl0Hzb9LRkODez40x+93Ekcaw5t58YsglzcLW04d9cXgPNJ9VfuFfWPDvwMlxeGZIsRK0hyWWWXLFZXzEsiLlLcdbX4dK+XYLwP2mww4SWICbeLHcnTc3zZjk00U2rVq0m0PdwPFV0LTNilYwPgttOUxhZovfElkW50CwuEa5y8ydO6tcXg5tJo4pBLHaXDvilF9REiqxBAXRu2umvOtPwS6f22l2ltpXpvBLagJG+i7OH8aOuhj10HZ8rT0a1qm8GtpKkzGWO0MMc7i+pSUMVA7Gp7Bp8En22l2lp2l5mT6p+6u5/RdLMuDh98xqpZwAsEUkAOc6rkUy348dONcZj/BLaSpPvJYisTwxSWPE4gxqpHZ8kb0EnS1jxtX1bwK8DpcJho0kxEyyrmBEUxaIAuSMsbqVBtbXLfjW7Sp7YczjuJrr3i1VjPiWKkGSVgeKyYKXIR+tZAbd9QsylQGKLHfsmRTPCrfqSKytF0s9ugq7kwuIj7cc0kpHGOTd2ccwCqLZuhvbrRcLDON7EWRjoWTsvccVcEEEjhZga2vCpxBD9IwH9g/n17hwSOcqTYFm6LGxP2Cerb3Ib6TP9kP5VRcThchCTOzIxG7lIUPFLy1RQADyNuNwb3FBrjTCr2cRCsbjjoxVh8pGHEd3Ec62x4bAyHJHlDEXBUsrC3Nb8xpwqVhtpBCY8SypIvMkKsg4B1v/AHrxB7rE69q4jDTRFRPCGtdG3i9huTDXQ0G/Z2La5im84ouDykTk46HkRyPcRVga5+EwmJVmxUe8ViyukylkudAHbytNCSNeYr2m7Zgq7QkLNwCvASbanhHQWU+0oUbK8iqdNCeF+F+l++pYNctithT5zlZnBLG7uAGzoEImUL2lW1xbqRpe9dLhosqKt72AFzzsAL0XZtpSlEKh7UikaMrE2VrjmVuARcZgCVuLi9ja9TKUFRhtmT5Bnxc2a2uXdWv3Zoybek3rb7mSfS8R9kH5VWVasTOsaM7myqCSegHGgiQbLs4d5pZCt8okyWUniQERdbaXPU1YVUYTwlwciB1nQA/KOU+0HUVu93MJ8/H/AGxRZjG0rAmqzB++zvL8VLxR95B98b7QF/qnrWvGbaiZcmHlRpWsqAHNZj8YgchqT6KscHhljjVE4KABfU6cyeZ50RvpStcsqqCzEADUk6ADrQZkcAXJAA1JPAAVQYLyMIeHalPsKSkH7CDUqNDiTmcEQA3VCLGXozjknRTxtc8qgbVm3khF7KuaMHoAubESexLRg9XNA2b5pf8A0SX+xv8AvUmEdpf/AEn+a1GhUvmU9jOqtMfmcOAd3CD1IuT0zMeYqbhVLh5yMqmMpEvC0YBOY97aWHIAc70Fdih7yP8A2+X+GOt+1fKnt9Hg/FlrduD4tBKgu8caG2nbQoudO+41HeBVNj5AgyqbqyKqnrBIHkiv3q0br6GoLba4+Geqj/6ldDXPbX/8Z6qP/qV0NANVeMwrRsZoBc/7SPgJQOY6SAcDzAseVrSsGg04PFLIgdDcH2EdQQdQe416xMCupVxdSLEHmKg4jByI5lw+W7ecjYlVf9YEA5X77G4076z4xi/o8f7wfyqDwmExIAXPE4GgMkbFrcsxzWLWtc86xJhsSAbDDE20G7YXPIXzaVs8Yxf0eP8Abn8qqXau0MSJMrDd+RZUmUdli2eTO6jNlsOzbnre4osRlb7GWRoycREitmsLIBdbDUgFra5hx1AB51KbZ0JdXMa5kvlbKLrcWNq87HlZ4UZ+JHG1swubNblcWNu+ptDkxas0pRClKUClKUCvMiAixFwdCDzBr1Sg1QQKihUUKo4BRYD0AVtpSgxas0pQa55lRSzEBQLkngAKrIoWxDB5VIiGqRni55PIOnROXE66Ddt8e8H68X4yVYUCuVwo97mPTDPb+tLPf7bD7K6DHY9Y7CxZ28hF8pj3dB1J0FUUcRRZ0a2YYXtWNwCzTta/toPODXPM0B8hnzuPlCPDYQBD3EuCfq1aYlTPI0I0iS296uSAwjHRbFSTzvbrVbsj4Yf+J/h8DVxs7z2J9Yv4EVBNKALYch91cLtDyIPUYX8LFV3b8D6K4TaHm4PUYX8LFUHSy4cSS4mMkgNHECRxF95wrYMRiIvOpvF+XGLMB+tGSb+lSfQK94b4TN9WH/qVYGg0YPGRyjNGwYc7cj0I4g9xqRULFbMjc59Vfk6HK3tI8odxuK04WWVZt1IQ90Lq4GVrKyghhwv2uIt6KCzpSlArXLCreUoPMXANj7a2UoMAVmlKBSlKBSlKBSlKBSlKBSlKBSlKCu2/5g/Xh/GSt+1MQY4JZF4ojsL8LqpIv9lVXhNtEKN0AM14nJZwigb26i54lt2wA7uVSNp4oS4CZxcXimBB0KlVYMp7wQR7KGGncskhiiOaZlDSzuLlUJIFh6VayjQcT3+sThcoXCxab0O0jk3YoModifjO2dRflcnkBUmL4bJ6iH8SesO4bGKBrkhkDfql3iKg95CN9lBV4ciPFu50QSPHm5Kz4fB5LnkDkIv1tVnhnyYiVG03pV0PJgsaIy/WGS9uhFecDErvi1YXUzAEHUEHDQcqg4oEYbEqWJOHJaJz5QtEsi3PMjNa/McaC32njN2gAGZ2OWNL2LMR/cANSeQBrk9tRZCqXvkSCMkcMyRYkn+5lPtFdBiJVTETSMLiLDow7hmmLW7yEX7BUfZuCvMVmAYmEO44gvO7h+PEARIo7hQTYJlGLlUmxZIyoOmYLnzZetri9uFxVneqaHBgs2Gl7aKqvGSTmQEsLZuN1y6MNdft9SzS4ZSzEywqLknzkYHEn5wfYfTQXFV0nwxPUyfiR1PBqvkP9MT1Mn4kdBZUrF6zQKUpQKUpQKUpQKUpQKUpQKUpQKUpQKUpQVe09jLMwcmxsAbqrAhSWW4YcQWax/WNa9obHZsNuI2sNc92IMga+fMyi4JLZjbjw4GrisGgpGwzNNLGXIY4aFS40N88120rXglaMHDwEM+YmWXKckeblYklmAsAtzYAXPXdhcUrY+ZRe6wxA6HiHlPHno4qRsBRuF9Ln7ZG1osxhIwODWJbLc3OZmJuzsQAWY8zYD7BVTtHzO0PQf8ACx10Fc9tHzW0PQf8LHRHjasyl8aAQSMIAQDqD/SD9xH21YYf4W/qIfxJq8bawkawYmRVUO0MgZgNTaNrXNQ8Zi5Yp5HWIlfF0s58jMjvYHn8cfZUXGeSyjceNv6qO/d25Kx4R/A5/Vv/AAmt2zsEIwbnM7G7seLN/kBwA5CtPhH8Dn9W/wDCaqLGquTYinFris75lUplv2bG+tvb93SrQVmixMxyYArNKUQpSlApSlApSlApSlApSlApSlApSlApSlArBrNKCFtHEbpC4XM11UDhdnYKoJ5C7DWqnwW2mHURaMLOVdQyg5ZAHBVtRYuuvO/K1XuKwyyKUcXU8R/+4HvrRgdmpESwLMxFszsWNugJ4DnpxOpou2N02qDFYV5Ri40PlSICLlcy7mLMuYA5bi4varyYHKcvGxt6baVzez4FDRbuKRZgRv3ZXGYZe3vHOktzw1NtOFqIn47CzNg91mzSFAjkEAsDYSZSwsGKlrEi16jbWxDJhBHLYysmtioAy2zMWYhVGo58TXQWqt2zskTgAkCwI7S5lZSQSrLcXF1U6EG4FCMdUnAY1ZVLKCLGzA2uDYG2mh0INxxBFY2phN9C8YNswtfiLXFwba2PA+mvOy8CIUKg3JN2NgLmwUWA4ABQAOgqbSDboi7Nw7RxKjuXIvdjfmSbakmw4aknSpVKUClKUClKUClKUClKUClKUClKUClKUClKUClKUClKUClKUGDXkf5n7qUoPVDSlArNKUClKUClKUClKUClKUClKUClKUH/2Q==">
            <a:extLst>
              <a:ext uri="{FF2B5EF4-FFF2-40B4-BE49-F238E27FC236}">
                <a16:creationId xmlns:a16="http://schemas.microsoft.com/office/drawing/2014/main" id="{5B47229A-40A7-57D6-41FF-1AFEBE25BDDB}"/>
              </a:ext>
            </a:extLst>
          </p:cNvPr>
          <p:cNvSpPr>
            <a:spLocks noChangeAspect="1" noChangeArrowheads="1"/>
          </p:cNvSpPr>
          <p:nvPr/>
        </p:nvSpPr>
        <p:spPr bwMode="auto">
          <a:xfrm>
            <a:off x="155575" y="-144463"/>
            <a:ext cx="304800" cy="30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endParaRPr lang="en-US" altLang="zh-CN" sz="1800">
              <a:latin typeface="Arial" panose="020B0604020202020204" pitchFamily="34" charset="0"/>
              <a:ea typeface="SimSun" panose="02010600030101010101" pitchFamily="2" charset="-122"/>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Date Placeholder 1">
            <a:extLst>
              <a:ext uri="{FF2B5EF4-FFF2-40B4-BE49-F238E27FC236}">
                <a16:creationId xmlns:a16="http://schemas.microsoft.com/office/drawing/2014/main" id="{41F1E21F-A9F4-BD09-679D-D41220963D0D}"/>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a:solidFill>
                  <a:srgbClr val="898989"/>
                </a:solidFill>
                <a:latin typeface="Batang" panose="02030600000101010101" pitchFamily="18" charset="-127"/>
              </a:rPr>
              <a:t>05-03-2021</a:t>
            </a:r>
            <a:endParaRPr lang="en-IN" altLang="en-US" sz="140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95D3F963-5DB6-189D-93C2-A35E58E04CC3}"/>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6148" name="Slide Number Placeholder 3">
            <a:extLst>
              <a:ext uri="{FF2B5EF4-FFF2-40B4-BE49-F238E27FC236}">
                <a16:creationId xmlns:a16="http://schemas.microsoft.com/office/drawing/2014/main" id="{78263905-6BA7-4336-3D73-ADA1FF7F7FB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F7DDCC1C-5027-4737-82FD-C562292F84F6}"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2</a:t>
            </a:fld>
            <a:endParaRPr lang="en-IN" altLang="en-US" sz="1400">
              <a:solidFill>
                <a:srgbClr val="898989"/>
              </a:solidFill>
              <a:latin typeface="Batang" panose="02030600000101010101" pitchFamily="18" charset="-127"/>
            </a:endParaRPr>
          </a:p>
        </p:txBody>
      </p:sp>
      <p:sp>
        <p:nvSpPr>
          <p:cNvPr id="6149" name="Title 1">
            <a:extLst>
              <a:ext uri="{FF2B5EF4-FFF2-40B4-BE49-F238E27FC236}">
                <a16:creationId xmlns:a16="http://schemas.microsoft.com/office/drawing/2014/main" id="{625838CD-C973-B7D6-EDB5-0BC67EAB1C98}"/>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Presentation Outline</a:t>
            </a:r>
          </a:p>
        </p:txBody>
      </p:sp>
      <p:sp>
        <p:nvSpPr>
          <p:cNvPr id="6150" name="Content Placeholder 2">
            <a:extLst>
              <a:ext uri="{FF2B5EF4-FFF2-40B4-BE49-F238E27FC236}">
                <a16:creationId xmlns:a16="http://schemas.microsoft.com/office/drawing/2014/main" id="{96B05016-308B-8F3C-9F3B-F26E7F7BD798}"/>
              </a:ext>
            </a:extLst>
          </p:cNvPr>
          <p:cNvSpPr txBox="1">
            <a:spLocks noChangeArrowheads="1"/>
          </p:cNvSpPr>
          <p:nvPr/>
        </p:nvSpPr>
        <p:spPr bwMode="auto">
          <a:xfrm>
            <a:off x="484188" y="1025524"/>
            <a:ext cx="11098212"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lnSpc>
                <a:spcPct val="150000"/>
              </a:lnSpc>
              <a:spcBef>
                <a:spcPts val="1000"/>
              </a:spcBef>
            </a:pPr>
            <a:r>
              <a:rPr lang="en-US" altLang="zh-CN" dirty="0">
                <a:latin typeface="Times New Roman" panose="02020603050405020304" pitchFamily="18" charset="0"/>
                <a:ea typeface="SimSun" panose="02010600030101010101" pitchFamily="2" charset="-122"/>
              </a:rPr>
              <a:t>Introduction</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Abstract</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Block Diagram</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Explanation</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Objective</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Methodology</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Expected Outcome</a:t>
            </a:r>
          </a:p>
          <a:p>
            <a:pPr lvl="1">
              <a:lnSpc>
                <a:spcPct val="150000"/>
              </a:lnSpc>
              <a:spcBef>
                <a:spcPts val="1000"/>
              </a:spcBef>
            </a:pPr>
            <a:r>
              <a:rPr lang="en-US" altLang="zh-CN" dirty="0">
                <a:latin typeface="Times New Roman" panose="02020603050405020304" pitchFamily="18" charset="0"/>
                <a:ea typeface="SimSun" panose="02010600030101010101" pitchFamily="2" charset="-122"/>
              </a:rPr>
              <a:t>References</a:t>
            </a:r>
          </a:p>
          <a:p>
            <a:pPr lvl="1">
              <a:spcBef>
                <a:spcPts val="1000"/>
              </a:spcBef>
            </a:pPr>
            <a:endParaRPr lang="en-US" altLang="zh-CN" sz="2600" dirty="0">
              <a:latin typeface="Times New Roman" panose="02020603050405020304" pitchFamily="18" charset="0"/>
              <a:ea typeface="SimSun" panose="02010600030101010101" pitchFamily="2" charset="-122"/>
            </a:endParaRPr>
          </a:p>
        </p:txBody>
      </p:sp>
      <p:sp>
        <p:nvSpPr>
          <p:cNvPr id="6151" name="Date Placeholder 1">
            <a:extLst>
              <a:ext uri="{FF2B5EF4-FFF2-40B4-BE49-F238E27FC236}">
                <a16:creationId xmlns:a16="http://schemas.microsoft.com/office/drawing/2014/main" id="{525443C4-4439-F720-FF7A-EE46C19557D7}"/>
              </a:ext>
            </a:extLst>
          </p:cNvPr>
          <p:cNvSpPr txBox="1">
            <a:spLocks noChangeArrowheads="1"/>
          </p:cNvSpPr>
          <p:nvPr/>
        </p:nvSpPr>
        <p:spPr bwMode="auto">
          <a:xfrm>
            <a:off x="912813" y="6356350"/>
            <a:ext cx="2743200" cy="3651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ea typeface="SimSun" panose="02010600030101010101" pitchFamily="2" charset="-122"/>
              </a:rPr>
              <a:t>18-11-2025</a:t>
            </a:r>
            <a:endParaRPr lang="en-IN" altLang="en-US" sz="1400" dirty="0">
              <a:solidFill>
                <a:srgbClr val="898989"/>
              </a:solidFill>
              <a:latin typeface="Batang" panose="02030600000101010101" pitchFamily="18" charset="-127"/>
              <a:ea typeface="SimSun" panose="02010600030101010101" pitchFamily="2"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Date Placeholder 1">
            <a:extLst>
              <a:ext uri="{FF2B5EF4-FFF2-40B4-BE49-F238E27FC236}">
                <a16:creationId xmlns:a16="http://schemas.microsoft.com/office/drawing/2014/main" id="{B4350817-1CE5-4250-A7FD-0CF74C4D0FA2}"/>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9CA51909-62B7-ED7C-8954-AFBC9248410C}"/>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8196" name="Slide Number Placeholder 3">
            <a:extLst>
              <a:ext uri="{FF2B5EF4-FFF2-40B4-BE49-F238E27FC236}">
                <a16:creationId xmlns:a16="http://schemas.microsoft.com/office/drawing/2014/main" id="{25D951AC-6EF0-50B6-BB93-DF3A94D9F7F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4364CD0A-4865-46F2-9941-22810D4629C5}"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3</a:t>
            </a:fld>
            <a:endParaRPr lang="en-IN" altLang="en-US" sz="1400">
              <a:solidFill>
                <a:srgbClr val="898989"/>
              </a:solidFill>
              <a:latin typeface="Batang" panose="02030600000101010101" pitchFamily="18" charset="-127"/>
            </a:endParaRPr>
          </a:p>
        </p:txBody>
      </p:sp>
      <p:sp>
        <p:nvSpPr>
          <p:cNvPr id="8197" name="Title 1">
            <a:extLst>
              <a:ext uri="{FF2B5EF4-FFF2-40B4-BE49-F238E27FC236}">
                <a16:creationId xmlns:a16="http://schemas.microsoft.com/office/drawing/2014/main" id="{E3CF409C-7C45-BA49-716C-1F470996DF3A}"/>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IN" altLang="en-US" sz="3200" b="1">
                <a:latin typeface="Times New Roman" panose="02020603050405020304" pitchFamily="18" charset="0"/>
                <a:cs typeface="Times New Roman" panose="02020603050405020304" pitchFamily="18" charset="0"/>
              </a:rPr>
              <a:t>AREA</a:t>
            </a:r>
            <a:r>
              <a:rPr lang="en-IN" altLang="en-US" sz="3200">
                <a:latin typeface="Times New Roman" panose="02020603050405020304" pitchFamily="18" charset="0"/>
                <a:cs typeface="Times New Roman" panose="02020603050405020304" pitchFamily="18" charset="0"/>
              </a:rPr>
              <a:t> </a:t>
            </a:r>
            <a:r>
              <a:rPr lang="en-IN" altLang="en-US" sz="3200" b="1">
                <a:latin typeface="Times New Roman" panose="02020603050405020304" pitchFamily="18" charset="0"/>
                <a:cs typeface="Times New Roman" panose="02020603050405020304" pitchFamily="18" charset="0"/>
              </a:rPr>
              <a:t>OF THE PROJECT:</a:t>
            </a:r>
            <a:endParaRPr lang="en-US" altLang="zh-CN" sz="3200">
              <a:latin typeface="Times New Roman" panose="02020603050405020304" pitchFamily="18" charset="0"/>
              <a:ea typeface="SimSun" panose="02010600030101010101" pitchFamily="2" charset="-122"/>
            </a:endParaRPr>
          </a:p>
        </p:txBody>
      </p:sp>
      <p:sp>
        <p:nvSpPr>
          <p:cNvPr id="5126" name="Content Placeholder 2">
            <a:extLst>
              <a:ext uri="{FF2B5EF4-FFF2-40B4-BE49-F238E27FC236}">
                <a16:creationId xmlns:a16="http://schemas.microsoft.com/office/drawing/2014/main" id="{19D7B53C-A9F7-1B4D-69D9-AE3D991EDBD0}"/>
              </a:ext>
            </a:extLst>
          </p:cNvPr>
          <p:cNvSpPr txBox="1">
            <a:spLocks noChangeArrowheads="1"/>
          </p:cNvSpPr>
          <p:nvPr/>
        </p:nvSpPr>
        <p:spPr bwMode="auto">
          <a:xfrm>
            <a:off x="457200" y="1212013"/>
            <a:ext cx="11568112" cy="4779962"/>
          </a:xfrm>
          <a:prstGeom prst="rect">
            <a:avLst/>
          </a:prstGeom>
          <a:noFill/>
          <a:ln>
            <a:noFill/>
          </a:ln>
        </p:spPr>
        <p:txBody>
          <a:bodyPr/>
          <a:lstStyle>
            <a:lvl1pPr marL="342900" indent="-342900">
              <a:defRPr>
                <a:solidFill>
                  <a:schemeClr val="tx1"/>
                </a:solidFill>
                <a:latin typeface="Arial" panose="020B0604020202020204" pitchFamily="34" charset="0"/>
              </a:defRPr>
            </a:lvl1pPr>
            <a:lvl2pPr marL="685800" indent="-22860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800100" lvl="1" indent="-342900" algn="just">
              <a:lnSpc>
                <a:spcPct val="150000"/>
              </a:lnSpc>
              <a:spcBef>
                <a:spcPts val="1000"/>
              </a:spcBef>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Artificial Intelligence (AI) in Healthcare </a:t>
            </a:r>
          </a:p>
          <a:p>
            <a:pPr marL="800100" lvl="1" indent="-342900" algn="just">
              <a:lnSpc>
                <a:spcPct val="150000"/>
              </a:lnSpc>
              <a:spcBef>
                <a:spcPts val="1000"/>
              </a:spcBef>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Biomedical Signal Processing (Speech &amp; Breathing Analysis)</a:t>
            </a:r>
          </a:p>
          <a:p>
            <a:pPr marL="800100" lvl="1" indent="-342900" algn="just">
              <a:lnSpc>
                <a:spcPct val="150000"/>
              </a:lnSpc>
              <a:spcBef>
                <a:spcPts val="1000"/>
              </a:spcBef>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 Machine Learning for Neurological Disorder Detection </a:t>
            </a:r>
          </a:p>
          <a:p>
            <a:pPr marL="800100" lvl="1" indent="-342900" algn="just">
              <a:lnSpc>
                <a:spcPct val="150000"/>
              </a:lnSpc>
              <a:spcBef>
                <a:spcPts val="1000"/>
              </a:spcBef>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Audio Feature Extraction and Pattern Recognition</a:t>
            </a:r>
          </a:p>
          <a:p>
            <a:pPr marL="800100" lvl="1" indent="-342900" algn="just">
              <a:lnSpc>
                <a:spcPct val="150000"/>
              </a:lnSpc>
              <a:spcBef>
                <a:spcPts val="1000"/>
              </a:spcBef>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 Early Diagnosis Support Systems using Non-Invasive Techniques</a:t>
            </a:r>
            <a:endParaRPr lang="en-US" altLang="zh-CN" sz="2400" dirty="0">
              <a:latin typeface="Times New Roman" panose="02020603050405020304" pitchFamily="18" charset="0"/>
              <a:ea typeface="SimSun" panose="02010600030101010101" pitchFamily="2" charset="-122"/>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Date Placeholder 1">
            <a:extLst>
              <a:ext uri="{FF2B5EF4-FFF2-40B4-BE49-F238E27FC236}">
                <a16:creationId xmlns:a16="http://schemas.microsoft.com/office/drawing/2014/main" id="{69866F23-45EE-DA3D-A242-2AB6241C3141}"/>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668A7DEE-A911-F21D-D633-7F03FCF94F42}"/>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10244" name="Slide Number Placeholder 3">
            <a:extLst>
              <a:ext uri="{FF2B5EF4-FFF2-40B4-BE49-F238E27FC236}">
                <a16:creationId xmlns:a16="http://schemas.microsoft.com/office/drawing/2014/main" id="{C801F4EB-04FD-0074-B8D3-F82E623D3C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E7CAD74D-20B3-4D9B-B1B6-14096263F929}"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4</a:t>
            </a:fld>
            <a:endParaRPr lang="en-IN" altLang="en-US" sz="1400">
              <a:solidFill>
                <a:srgbClr val="898989"/>
              </a:solidFill>
              <a:latin typeface="Batang" panose="02030600000101010101" pitchFamily="18" charset="-127"/>
            </a:endParaRPr>
          </a:p>
        </p:txBody>
      </p:sp>
      <p:sp>
        <p:nvSpPr>
          <p:cNvPr id="10245" name="Title 1">
            <a:extLst>
              <a:ext uri="{FF2B5EF4-FFF2-40B4-BE49-F238E27FC236}">
                <a16:creationId xmlns:a16="http://schemas.microsoft.com/office/drawing/2014/main" id="{5BB6099E-6768-B71A-1611-F630E239DF11}"/>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IN" altLang="en-US" sz="3200" b="1">
                <a:latin typeface="Times New Roman" panose="02020603050405020304" pitchFamily="18" charset="0"/>
                <a:cs typeface="Times New Roman" panose="02020603050405020304" pitchFamily="18" charset="0"/>
              </a:rPr>
              <a:t>FIELD OF THE PROJECT:</a:t>
            </a:r>
            <a:endParaRPr lang="en-US" altLang="zh-CN" sz="3200">
              <a:latin typeface="Times New Roman" panose="02020603050405020304" pitchFamily="18" charset="0"/>
              <a:ea typeface="SimSun" panose="02010600030101010101" pitchFamily="2" charset="-122"/>
            </a:endParaRPr>
          </a:p>
        </p:txBody>
      </p:sp>
      <p:sp>
        <p:nvSpPr>
          <p:cNvPr id="10246" name="Content Placeholder 2">
            <a:extLst>
              <a:ext uri="{FF2B5EF4-FFF2-40B4-BE49-F238E27FC236}">
                <a16:creationId xmlns:a16="http://schemas.microsoft.com/office/drawing/2014/main" id="{8767EC05-5849-4410-180E-54D4D22246A8}"/>
              </a:ext>
            </a:extLst>
          </p:cNvPr>
          <p:cNvSpPr txBox="1">
            <a:spLocks noChangeArrowheads="1"/>
          </p:cNvSpPr>
          <p:nvPr/>
        </p:nvSpPr>
        <p:spPr bwMode="auto">
          <a:xfrm>
            <a:off x="547688" y="1106488"/>
            <a:ext cx="11096625" cy="5251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lvl="1">
              <a:spcBef>
                <a:spcPts val="1000"/>
              </a:spcBef>
            </a:pPr>
            <a:endParaRPr lang="en-US" altLang="zh-CN" sz="2600">
              <a:latin typeface="Times New Roman" panose="02020603050405020304" pitchFamily="18" charset="0"/>
              <a:ea typeface="SimSun" panose="02010600030101010101" pitchFamily="2" charset="-122"/>
            </a:endParaRPr>
          </a:p>
        </p:txBody>
      </p:sp>
      <p:sp>
        <p:nvSpPr>
          <p:cNvPr id="2" name="TextBox 1">
            <a:extLst>
              <a:ext uri="{FF2B5EF4-FFF2-40B4-BE49-F238E27FC236}">
                <a16:creationId xmlns:a16="http://schemas.microsoft.com/office/drawing/2014/main" id="{C5BAA4DB-E54D-8BFD-2944-F01EF812E487}"/>
              </a:ext>
            </a:extLst>
          </p:cNvPr>
          <p:cNvSpPr txBox="1"/>
          <p:nvPr/>
        </p:nvSpPr>
        <p:spPr>
          <a:xfrm>
            <a:off x="1233488" y="1419948"/>
            <a:ext cx="10321925" cy="2795958"/>
          </a:xfrm>
          <a:prstGeom prst="rect">
            <a:avLst/>
          </a:prstGeom>
          <a:noFill/>
        </p:spPr>
        <p:txBody>
          <a:bodyPr>
            <a:spAutoFit/>
          </a:bodyPr>
          <a:lstStyle/>
          <a:p>
            <a:pPr marL="342900" indent="-342900">
              <a:lnSpc>
                <a:spcPct val="150000"/>
              </a:lnSpc>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Health Informatics </a:t>
            </a:r>
          </a:p>
          <a:p>
            <a:pPr marL="342900" indent="-342900">
              <a:lnSpc>
                <a:spcPct val="150000"/>
              </a:lnSpc>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Artificial Intelligence and Machine Learning </a:t>
            </a:r>
          </a:p>
          <a:p>
            <a:pPr marL="342900" indent="-342900">
              <a:lnSpc>
                <a:spcPct val="150000"/>
              </a:lnSpc>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Biomedical Engineering </a:t>
            </a:r>
          </a:p>
          <a:p>
            <a:pPr marL="342900" indent="-342900">
              <a:lnSpc>
                <a:spcPct val="150000"/>
              </a:lnSpc>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Speech and Audio Signal Processing</a:t>
            </a:r>
          </a:p>
          <a:p>
            <a:pPr marL="342900" indent="-342900">
              <a:lnSpc>
                <a:spcPct val="150000"/>
              </a:lnSpc>
              <a:buFont typeface="Arial" panose="020B0604020202020204" pitchFamily="34" charset="0"/>
              <a:buChar char="•"/>
              <a:defRPr/>
            </a:pPr>
            <a:r>
              <a:rPr lang="en-US" sz="2400" dirty="0">
                <a:latin typeface="Times New Roman" panose="02020603050405020304" pitchFamily="18" charset="0"/>
                <a:cs typeface="Times New Roman" panose="02020603050405020304" pitchFamily="18" charset="0"/>
              </a:rPr>
              <a:t> Neurological Disorder Screening and Diagnosis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Date Placeholder 1">
            <a:extLst>
              <a:ext uri="{FF2B5EF4-FFF2-40B4-BE49-F238E27FC236}">
                <a16:creationId xmlns:a16="http://schemas.microsoft.com/office/drawing/2014/main" id="{8C600171-003C-448E-F24E-DA71F2CA9AC5}"/>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a:solidFill>
                  <a:srgbClr val="898989"/>
                </a:solidFill>
                <a:latin typeface="Batang" panose="02030600000101010101" pitchFamily="18" charset="-127"/>
              </a:rPr>
              <a:t>09-08-2025</a:t>
            </a:r>
            <a:endParaRPr lang="en-IN" altLang="en-US" sz="140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4980BEE0-5CB8-D023-9707-009A2CCBCDF6}"/>
              </a:ext>
            </a:extLst>
          </p:cNvPr>
          <p:cNvSpPr>
            <a:spLocks noGrp="1"/>
          </p:cNvSpPr>
          <p:nvPr>
            <p:ph type="ftr" sz="quarter" idx="11"/>
          </p:nvPr>
        </p:nvSpPr>
        <p:spPr/>
        <p:txBody>
          <a:bodyPr/>
          <a:lstStyle/>
          <a:p>
            <a:pPr>
              <a:defRPr/>
            </a:pPr>
            <a:r>
              <a:rPr lang="en-IN" dirty="0"/>
              <a:t>Batch no : </a:t>
            </a:r>
            <a:r>
              <a:rPr lang="en-US" altLang="en-IN" dirty="0"/>
              <a:t>13</a:t>
            </a:r>
          </a:p>
        </p:txBody>
      </p:sp>
      <p:sp>
        <p:nvSpPr>
          <p:cNvPr id="12292" name="Slide Number Placeholder 3">
            <a:extLst>
              <a:ext uri="{FF2B5EF4-FFF2-40B4-BE49-F238E27FC236}">
                <a16:creationId xmlns:a16="http://schemas.microsoft.com/office/drawing/2014/main" id="{860EF692-8783-688D-BE27-EBE75F98D17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94FF9AC4-5332-43FA-A162-AD640C22EE62}"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5</a:t>
            </a:fld>
            <a:endParaRPr lang="en-IN" altLang="en-US" sz="1400">
              <a:solidFill>
                <a:srgbClr val="898989"/>
              </a:solidFill>
              <a:latin typeface="Batang" panose="02030600000101010101" pitchFamily="18" charset="-127"/>
            </a:endParaRPr>
          </a:p>
        </p:txBody>
      </p:sp>
      <p:sp>
        <p:nvSpPr>
          <p:cNvPr id="12293" name="Title 1">
            <a:extLst>
              <a:ext uri="{FF2B5EF4-FFF2-40B4-BE49-F238E27FC236}">
                <a16:creationId xmlns:a16="http://schemas.microsoft.com/office/drawing/2014/main" id="{84EBC7AB-7B6D-7A5C-034C-FD3F51B3587F}"/>
              </a:ext>
            </a:extLst>
          </p:cNvPr>
          <p:cNvSpPr txBox="1">
            <a:spLocks noChangeArrowheads="1"/>
          </p:cNvSpPr>
          <p:nvPr/>
        </p:nvSpPr>
        <p:spPr bwMode="auto">
          <a:xfrm>
            <a:off x="361950" y="85725"/>
            <a:ext cx="1109821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Arial" panose="020B0604020202020204" pitchFamily="34" charset="0"/>
                <a:ea typeface="SimSun" panose="02010600030101010101" pitchFamily="2" charset="-122"/>
              </a:rPr>
              <a:t>Literature Survey</a:t>
            </a:r>
            <a:endParaRPr lang="en-US" altLang="zh-CN" sz="4400">
              <a:latin typeface="Times New Roman" panose="02020603050405020304" pitchFamily="18" charset="0"/>
              <a:ea typeface="SimSun" panose="02010600030101010101" pitchFamily="2" charset="-122"/>
            </a:endParaRPr>
          </a:p>
        </p:txBody>
      </p:sp>
      <p:sp>
        <p:nvSpPr>
          <p:cNvPr id="12294" name="Content Placeholder 2">
            <a:extLst>
              <a:ext uri="{FF2B5EF4-FFF2-40B4-BE49-F238E27FC236}">
                <a16:creationId xmlns:a16="http://schemas.microsoft.com/office/drawing/2014/main" id="{1AEF3AED-09EE-9B0D-8A2F-839B05B42D26}"/>
              </a:ext>
            </a:extLst>
          </p:cNvPr>
          <p:cNvSpPr txBox="1">
            <a:spLocks noChangeArrowheads="1"/>
          </p:cNvSpPr>
          <p:nvPr/>
        </p:nvSpPr>
        <p:spPr bwMode="auto">
          <a:xfrm>
            <a:off x="484188" y="1025525"/>
            <a:ext cx="11098212"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endParaRPr lang="en-US" altLang="zh-CN">
              <a:latin typeface="Times New Roman" panose="02020603050405020304" pitchFamily="18" charset="0"/>
              <a:ea typeface="SimSun" panose="02010600030101010101" pitchFamily="2" charset="-122"/>
            </a:endParaRPr>
          </a:p>
        </p:txBody>
      </p:sp>
      <p:graphicFrame>
        <p:nvGraphicFramePr>
          <p:cNvPr id="8" name="Table 7">
            <a:extLst>
              <a:ext uri="{FF2B5EF4-FFF2-40B4-BE49-F238E27FC236}">
                <a16:creationId xmlns:a16="http://schemas.microsoft.com/office/drawing/2014/main" id="{295EECF8-02A0-5048-DD3A-9AD1E4648AA9}"/>
              </a:ext>
            </a:extLst>
          </p:cNvPr>
          <p:cNvGraphicFramePr>
            <a:graphicFrameLocks noGrp="1"/>
          </p:cNvGraphicFramePr>
          <p:nvPr>
            <p:extLst>
              <p:ext uri="{D42A27DB-BD31-4B8C-83A1-F6EECF244321}">
                <p14:modId xmlns:p14="http://schemas.microsoft.com/office/powerpoint/2010/main" val="832094972"/>
              </p:ext>
            </p:extLst>
          </p:nvPr>
        </p:nvGraphicFramePr>
        <p:xfrm>
          <a:off x="361950" y="973138"/>
          <a:ext cx="11539103" cy="5629344"/>
        </p:xfrm>
        <a:graphic>
          <a:graphicData uri="http://schemas.openxmlformats.org/drawingml/2006/table">
            <a:tbl>
              <a:tblPr firstRow="1" bandRow="1">
                <a:tableStyleId>{5C22544A-7EE6-4342-B048-85BDC9FD1C3A}</a:tableStyleId>
              </a:tblPr>
              <a:tblGrid>
                <a:gridCol w="4706372">
                  <a:extLst>
                    <a:ext uri="{9D8B030D-6E8A-4147-A177-3AD203B41FA5}">
                      <a16:colId xmlns:a16="http://schemas.microsoft.com/office/drawing/2014/main" val="20000"/>
                    </a:ext>
                  </a:extLst>
                </a:gridCol>
                <a:gridCol w="2277577">
                  <a:extLst>
                    <a:ext uri="{9D8B030D-6E8A-4147-A177-3AD203B41FA5}">
                      <a16:colId xmlns:a16="http://schemas.microsoft.com/office/drawing/2014/main" val="20001"/>
                    </a:ext>
                  </a:extLst>
                </a:gridCol>
                <a:gridCol w="2277577">
                  <a:extLst>
                    <a:ext uri="{9D8B030D-6E8A-4147-A177-3AD203B41FA5}">
                      <a16:colId xmlns:a16="http://schemas.microsoft.com/office/drawing/2014/main" val="20002"/>
                    </a:ext>
                  </a:extLst>
                </a:gridCol>
                <a:gridCol w="2277577">
                  <a:extLst>
                    <a:ext uri="{9D8B030D-6E8A-4147-A177-3AD203B41FA5}">
                      <a16:colId xmlns:a16="http://schemas.microsoft.com/office/drawing/2014/main" val="20003"/>
                    </a:ext>
                  </a:extLst>
                </a:gridCol>
              </a:tblGrid>
              <a:tr h="861601">
                <a:tc>
                  <a:txBody>
                    <a:bodyPr/>
                    <a:lstStyle/>
                    <a:p>
                      <a:pPr>
                        <a:buNone/>
                      </a:pPr>
                      <a:endParaRPr lang="en-US" sz="1800" dirty="0"/>
                    </a:p>
                    <a:p>
                      <a:pPr>
                        <a:buNone/>
                      </a:pPr>
                      <a:r>
                        <a:rPr lang="en-US" sz="1800" dirty="0"/>
                        <a:t>   Paper Title</a:t>
                      </a:r>
                    </a:p>
                  </a:txBody>
                  <a:tcPr marL="91428" marR="91428" marT="45708" marB="45708"/>
                </a:tc>
                <a:tc>
                  <a:txBody>
                    <a:bodyPr/>
                    <a:lstStyle/>
                    <a:p>
                      <a:pPr>
                        <a:buNone/>
                      </a:pPr>
                      <a:endParaRPr lang="en-US" sz="1800" dirty="0"/>
                    </a:p>
                    <a:p>
                      <a:pPr>
                        <a:buNone/>
                      </a:pPr>
                      <a:r>
                        <a:rPr lang="en-US" sz="1800" dirty="0"/>
                        <a:t>  Journal  details</a:t>
                      </a:r>
                    </a:p>
                  </a:txBody>
                  <a:tcPr marL="91428" marR="91428" marT="45708" marB="45708"/>
                </a:tc>
                <a:tc>
                  <a:txBody>
                    <a:bodyPr/>
                    <a:lstStyle/>
                    <a:p>
                      <a:pPr>
                        <a:buNone/>
                      </a:pPr>
                      <a:endParaRPr lang="en-US" sz="1800" dirty="0"/>
                    </a:p>
                    <a:p>
                      <a:pPr>
                        <a:buNone/>
                      </a:pPr>
                      <a:r>
                        <a:rPr lang="en-US" sz="1800" dirty="0"/>
                        <a:t>  Methodology</a:t>
                      </a:r>
                    </a:p>
                  </a:txBody>
                  <a:tcPr marL="91428" marR="91428" marT="45708" marB="45708"/>
                </a:tc>
                <a:tc>
                  <a:txBody>
                    <a:bodyPr/>
                    <a:lstStyle/>
                    <a:p>
                      <a:pPr>
                        <a:buNone/>
                      </a:pPr>
                      <a:endParaRPr lang="en-US" sz="1800" dirty="0"/>
                    </a:p>
                    <a:p>
                      <a:pPr>
                        <a:buNone/>
                      </a:pPr>
                      <a:r>
                        <a:rPr lang="en-US" sz="1800" dirty="0"/>
                        <a:t>Disadvantages</a:t>
                      </a:r>
                    </a:p>
                    <a:p>
                      <a:pPr>
                        <a:buNone/>
                      </a:pPr>
                      <a:endParaRPr lang="en-US" sz="1800" dirty="0"/>
                    </a:p>
                    <a:p>
                      <a:pPr>
                        <a:buNone/>
                      </a:pPr>
                      <a:endParaRPr lang="en-US" sz="1800" dirty="0"/>
                    </a:p>
                  </a:txBody>
                  <a:tcPr marL="91428" marR="91428" marT="45708" marB="45708"/>
                </a:tc>
                <a:extLst>
                  <a:ext uri="{0D108BD9-81ED-4DB2-BD59-A6C34878D82A}">
                    <a16:rowId xmlns:a16="http://schemas.microsoft.com/office/drawing/2014/main" val="10000"/>
                  </a:ext>
                </a:extLst>
              </a:tr>
              <a:tr h="1480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400" dirty="0"/>
                        <a:t>1.</a:t>
                      </a:r>
                      <a:r>
                        <a:rPr lang="en-US" altLang="en-US" sz="1400" dirty="0">
                          <a:latin typeface="Times New Roman"/>
                          <a:cs typeface="Times New Roman"/>
                        </a:rPr>
                        <a:t>Suitability Dysphonia Measurements for Telemonitoring of Parkinsons Disease.</a:t>
                      </a:r>
                    </a:p>
                  </a:txBody>
                  <a:tcPr/>
                </a:tc>
                <a:tc>
                  <a:txBody>
                    <a:bodyPr/>
                    <a:lstStyle/>
                    <a:p>
                      <a:pPr marL="0" marR="0" lvl="0" indent="0" algn="l">
                        <a:lnSpc>
                          <a:spcPct val="100000"/>
                        </a:lnSpc>
                        <a:spcBef>
                          <a:spcPts val="0"/>
                        </a:spcBef>
                        <a:spcAft>
                          <a:spcPts val="0"/>
                        </a:spcAft>
                        <a:buNone/>
                      </a:pPr>
                      <a:r>
                        <a:rPr lang="en-US" sz="1400" b="0" i="0" u="none" strike="noStrike" noProof="0"/>
                        <a:t>IEEE Transactions on Biomedical Engineering, Vol. 56, No. 4, 2009</a:t>
                      </a:r>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noProof="0">
                          <a:latin typeface="Times New Roman"/>
                          <a:cs typeface="Times New Roman"/>
                        </a:rPr>
                        <a:t>Used traditional and novel voice measures with feature selection and kernel SVM to classify PD vs healthy voices.</a:t>
                      </a:r>
                    </a:p>
                  </a:txBody>
                  <a:tcPr/>
                </a:tc>
                <a:tc>
                  <a:txBody>
                    <a:bodyPr/>
                    <a:lstStyle/>
                    <a:p>
                      <a:pPr indent="0">
                        <a:buFont typeface="Arial" panose="020B0604020202020204" pitchFamily="34" charset="0"/>
                        <a:buNone/>
                      </a:pPr>
                      <a:r>
                        <a:rPr lang="en-US" altLang="en-US" sz="1400" b="0" dirty="0">
                          <a:latin typeface="Times New Roman"/>
                          <a:cs typeface="Times New Roman"/>
                        </a:rPr>
                        <a:t>Advantage: </a:t>
                      </a:r>
                      <a:r>
                        <a:rPr lang="en-US" sz="1400" b="0" i="0" u="none" strike="noStrike" noProof="0" dirty="0">
                          <a:latin typeface="Times New Roman"/>
                          <a:cs typeface="Times New Roman"/>
                        </a:rPr>
                        <a:t>High accuracy and robust to voice variations for telemonitoring</a:t>
                      </a:r>
                    </a:p>
                    <a:p>
                      <a:pPr indent="0">
                        <a:buFont typeface="Arial" panose="020B0604020202020204" pitchFamily="34" charset="0"/>
                        <a:buNone/>
                      </a:pPr>
                      <a:r>
                        <a:rPr lang="en-US" altLang="en-US" sz="1400" b="0" dirty="0">
                          <a:latin typeface="Times New Roman"/>
                          <a:cs typeface="Times New Roman"/>
                        </a:rPr>
                        <a:t>Disadvantage: </a:t>
                      </a:r>
                      <a:r>
                        <a:rPr lang="en-US" sz="1400" b="0" i="0" u="none" strike="noStrike" noProof="0" dirty="0">
                          <a:latin typeface="Times New Roman"/>
                          <a:cs typeface="Times New Roman"/>
                        </a:rPr>
                        <a:t>Some measures fail with noisy  non-repetitive speech</a:t>
                      </a:r>
                      <a:r>
                        <a:rPr lang="en-US" sz="1400" b="0" i="0" u="none" strike="noStrike" noProof="0" dirty="0">
                          <a:latin typeface="+mn-lt"/>
                        </a:rPr>
                        <a:t>.</a:t>
                      </a:r>
                    </a:p>
                  </a:txBody>
                  <a:tcPr/>
                </a:tc>
                <a:extLst>
                  <a:ext uri="{0D108BD9-81ED-4DB2-BD59-A6C34878D82A}">
                    <a16:rowId xmlns:a16="http://schemas.microsoft.com/office/drawing/2014/main" val="10001"/>
                  </a:ext>
                </a:extLst>
              </a:tr>
              <a:tr h="1480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2.</a:t>
                      </a:r>
                      <a:r>
                        <a:rPr lang="en-US" sz="1400" b="0" i="0">
                          <a:solidFill>
                            <a:srgbClr val="333333"/>
                          </a:solidFill>
                        </a:rPr>
                        <a:t> </a:t>
                      </a:r>
                      <a:r>
                        <a:rPr lang="en-US" sz="1400" b="0" i="0">
                          <a:solidFill>
                            <a:srgbClr val="333333"/>
                          </a:solidFill>
                          <a:latin typeface="Times New Roman"/>
                          <a:cs typeface="Times New Roman"/>
                        </a:rPr>
                        <a:t>Analysis of Parkinson’s and Alzheimer’s Disease Using Various Machine Learning Based Algorithm</a:t>
                      </a:r>
                      <a:endParaRPr lang="en-US" altLang="en-US" sz="1400" b="0">
                        <a:latin typeface="Times New Roman"/>
                        <a:cs typeface="Times New Roman"/>
                      </a:endParaRPr>
                    </a:p>
                  </a:txBody>
                  <a:tcPr/>
                </a:tc>
                <a:tc>
                  <a:txBody>
                    <a:bodyPr/>
                    <a:lstStyle/>
                    <a:p>
                      <a:pPr lvl="0" algn="l">
                        <a:lnSpc>
                          <a:spcPct val="100000"/>
                        </a:lnSpc>
                        <a:spcBef>
                          <a:spcPts val="0"/>
                        </a:spcBef>
                        <a:spcAft>
                          <a:spcPts val="0"/>
                        </a:spcAft>
                        <a:buNone/>
                      </a:pPr>
                      <a:r>
                        <a:rPr lang="en-US" sz="1400" b="0" i="0" u="none" strike="noStrike" noProof="0" dirty="0">
                          <a:solidFill>
                            <a:srgbClr val="000000"/>
                          </a:solidFill>
                        </a:rPr>
                        <a:t>2024 3rd International Conference on Artificial Intelligence For Internet of Things (</a:t>
                      </a:r>
                      <a:r>
                        <a:rPr lang="en-US" sz="1400" b="0" i="0" u="none" strike="noStrike" noProof="0" dirty="0" err="1">
                          <a:solidFill>
                            <a:srgbClr val="000000"/>
                          </a:solidFill>
                        </a:rPr>
                        <a:t>AIIoT</a:t>
                      </a:r>
                      <a:r>
                        <a:rPr lang="en-US" sz="1400" b="0" i="0" u="none" strike="noStrike" noProof="0" dirty="0">
                          <a:solidFill>
                            <a:srgbClr val="000000"/>
                          </a:solidFill>
                        </a:rPr>
                        <a:t>), IEEE, 2024</a:t>
                      </a:r>
                      <a:endParaRPr lang="en-US" sz="1400" dirty="0"/>
                    </a:p>
                    <a:p>
                      <a:pPr marL="0" marR="0" lvl="0" indent="0" algn="l" defTabSz="914400">
                        <a:lnSpc>
                          <a:spcPct val="100000"/>
                        </a:lnSpc>
                        <a:spcBef>
                          <a:spcPts val="0"/>
                        </a:spcBef>
                        <a:spcAft>
                          <a:spcPts val="0"/>
                        </a:spcAft>
                        <a:buClrTx/>
                        <a:buSzTx/>
                        <a:buFontTx/>
                        <a:buNone/>
                        <a:tabLst/>
                        <a:defRPr/>
                      </a:pPr>
                      <a:endParaRPr lang="en-US" sz="1400" b="0" i="0" u="none" strike="noStrike" noProof="0" dirty="0">
                        <a:solidFill>
                          <a:srgbClr val="000000"/>
                        </a:solidFill>
                        <a:latin typeface="Times New Roman"/>
                        <a:cs typeface="Times New Roman"/>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noProof="0">
                          <a:latin typeface="Times New Roman"/>
                          <a:cs typeface="Times New Roman"/>
                        </a:rPr>
                        <a:t>Build ML models (</a:t>
                      </a:r>
                      <a:r>
                        <a:rPr lang="en-US" sz="1400" b="0" i="0" u="none" strike="noStrike" noProof="0" err="1">
                          <a:latin typeface="Times New Roman"/>
                          <a:cs typeface="Times New Roman"/>
                        </a:rPr>
                        <a:t>XGBoost</a:t>
                      </a:r>
                      <a:r>
                        <a:rPr lang="en-US" sz="1400" b="0" i="0" u="none" strike="noStrike" noProof="0">
                          <a:latin typeface="Times New Roman"/>
                          <a:cs typeface="Times New Roman"/>
                        </a:rPr>
                        <a:t>, Decision Tree, Random Forest, SVM, KNN) to diagnose Alzheimer’s and Parkinson’s using patient parameters.</a:t>
                      </a:r>
                      <a:endParaRPr lang="en-US" altLang="en-US" sz="1400">
                        <a:latin typeface="Times New Roman"/>
                        <a:cs typeface="Times New Roman"/>
                      </a:endParaRPr>
                    </a:p>
                  </a:txBody>
                  <a:tcPr/>
                </a:tc>
                <a:tc>
                  <a:txBody>
                    <a:bodyPr/>
                    <a:lstStyle/>
                    <a:p>
                      <a:pPr lvl="0" algn="l">
                        <a:lnSpc>
                          <a:spcPct val="100000"/>
                        </a:lnSpc>
                        <a:spcBef>
                          <a:spcPts val="0"/>
                        </a:spcBef>
                        <a:spcAft>
                          <a:spcPts val="0"/>
                        </a:spcAft>
                        <a:buNone/>
                      </a:pPr>
                      <a:r>
                        <a:rPr lang="en-US" sz="1400" b="0" i="0" u="none" strike="noStrike" noProof="0" dirty="0">
                          <a:latin typeface="Times New Roman"/>
                          <a:cs typeface="Times New Roman"/>
                        </a:rPr>
                        <a:t>Advantage: Enables early detection and supports timely treatment planning.</a:t>
                      </a:r>
                      <a:endParaRPr lang="en-US" sz="1400" b="0" dirty="0">
                        <a:latin typeface="Times New Roman"/>
                        <a:cs typeface="Times New Roman"/>
                      </a:endParaRPr>
                    </a:p>
                    <a:p>
                      <a:pPr lvl="0" indent="0">
                        <a:buNone/>
                      </a:pPr>
                      <a:r>
                        <a:rPr lang="en-US" sz="1400" b="0" i="0" u="none" strike="noStrike" noProof="0" dirty="0" err="1">
                          <a:latin typeface="Times New Roman"/>
                          <a:cs typeface="Times New Roman"/>
                        </a:rPr>
                        <a:t>Disadvantage:Accuracy</a:t>
                      </a:r>
                      <a:r>
                        <a:rPr lang="en-US" sz="1400" b="0" i="0" u="none" strike="noStrike" noProof="0" dirty="0">
                          <a:latin typeface="Times New Roman"/>
                          <a:cs typeface="Times New Roman"/>
                        </a:rPr>
                        <a:t> depends on quality and size of available medical data.</a:t>
                      </a:r>
                      <a:endParaRPr lang="en-US" sz="1400" b="0" dirty="0">
                        <a:latin typeface="Times New Roman"/>
                        <a:cs typeface="Times New Roman"/>
                      </a:endParaRPr>
                    </a:p>
                  </a:txBody>
                  <a:tcPr/>
                </a:tc>
                <a:extLst>
                  <a:ext uri="{0D108BD9-81ED-4DB2-BD59-A6C34878D82A}">
                    <a16:rowId xmlns:a16="http://schemas.microsoft.com/office/drawing/2014/main" val="10002"/>
                  </a:ext>
                </a:extLst>
              </a:tr>
              <a:tr h="148021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a:t>3</a:t>
                      </a:r>
                      <a:r>
                        <a:rPr lang="en-US" sz="1400">
                          <a:latin typeface="Times New Roman"/>
                        </a:rPr>
                        <a:t>.</a:t>
                      </a:r>
                      <a:r>
                        <a:rPr lang="en-US" sz="1400" b="0" i="0" u="none" strike="noStrike" noProof="0">
                          <a:solidFill>
                            <a:srgbClr val="000000"/>
                          </a:solidFill>
                          <a:latin typeface="Times New Roman"/>
                        </a:rPr>
                        <a:t>A novel GA-ELM approach for Parkinson's disease detection using brain structural T1-weighted MRI data.</a:t>
                      </a:r>
                      <a:endParaRPr lang="en-US" sz="1400">
                        <a:latin typeface="Times New Roman"/>
                      </a:endParaRPr>
                    </a:p>
                  </a:txBody>
                  <a:tcPr/>
                </a:tc>
                <a:tc>
                  <a:txBody>
                    <a:bodyPr/>
                    <a:lstStyle/>
                    <a:p>
                      <a:pPr marL="0" marR="0" lvl="0" indent="0" algn="l">
                        <a:lnSpc>
                          <a:spcPct val="100000"/>
                        </a:lnSpc>
                        <a:spcBef>
                          <a:spcPts val="0"/>
                        </a:spcBef>
                        <a:spcAft>
                          <a:spcPts val="0"/>
                        </a:spcAft>
                        <a:buNone/>
                      </a:pPr>
                      <a:r>
                        <a:rPr lang="en-US" sz="1400" b="0" i="0" u="none" strike="noStrike" noProof="0"/>
                        <a:t>2016 Second International Conference on Cognitive Computing and Information Processing (CCIP), IEEE, 2016</a:t>
                      </a:r>
                      <a:endParaRPr lang="en-US" sz="140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0" i="0" u="none" strike="noStrike" noProof="0">
                          <a:latin typeface="Times New Roman"/>
                          <a:cs typeface="Times New Roman"/>
                        </a:rPr>
                        <a:t>Collected  breathing sounds extracted audio features, selected significant features as acoustic biomarkers.</a:t>
                      </a:r>
                      <a:endParaRPr lang="en-US" sz="1400">
                        <a:latin typeface="Times New Roman"/>
                        <a:cs typeface="Times New Roman"/>
                      </a:endParaRPr>
                    </a:p>
                  </a:txBody>
                  <a:tcPr/>
                </a:tc>
                <a:tc>
                  <a:txBody>
                    <a:bodyPr/>
                    <a:lstStyle/>
                    <a:p>
                      <a:pPr lvl="0" algn="l">
                        <a:lnSpc>
                          <a:spcPct val="100000"/>
                        </a:lnSpc>
                        <a:spcBef>
                          <a:spcPts val="0"/>
                        </a:spcBef>
                        <a:spcAft>
                          <a:spcPts val="0"/>
                        </a:spcAft>
                        <a:buNone/>
                      </a:pPr>
                      <a:r>
                        <a:rPr lang="en-US" sz="1400" b="0" u="none" strike="noStrike" noProof="0" dirty="0">
                          <a:latin typeface="Times New Roman"/>
                          <a:cs typeface="Times New Roman"/>
                        </a:rPr>
                        <a:t>Advantage: </a:t>
                      </a:r>
                      <a:r>
                        <a:rPr lang="en-US" sz="1400" b="0" i="0" u="none" strike="noStrike" noProof="0" dirty="0">
                          <a:latin typeface="Times New Roman"/>
                          <a:cs typeface="Times New Roman"/>
                        </a:rPr>
                        <a:t>Achieved high accuracy enabling potential smartphone-based screening.</a:t>
                      </a:r>
                      <a:endParaRPr lang="en-US" sz="1400" b="0" i="0" dirty="0">
                        <a:latin typeface="Times New Roman"/>
                        <a:cs typeface="Times New Roman"/>
                      </a:endParaRPr>
                    </a:p>
                    <a:p>
                      <a:pPr marL="0" lvl="0" indent="0">
                        <a:buNone/>
                      </a:pPr>
                      <a:r>
                        <a:rPr lang="en-US" sz="1400" b="0" u="none" strike="noStrike" noProof="0" dirty="0">
                          <a:latin typeface="Times New Roman"/>
                          <a:cs typeface="Times New Roman"/>
                        </a:rPr>
                        <a:t>Disadvantage: </a:t>
                      </a:r>
                      <a:r>
                        <a:rPr lang="en-US" sz="1400" b="0" i="0" u="none" strike="noStrike" noProof="0" dirty="0">
                          <a:latin typeface="Times New Roman"/>
                          <a:cs typeface="Times New Roman"/>
                        </a:rPr>
                        <a:t>Performance  affected by  uncontrolled home environments.</a:t>
                      </a:r>
                      <a:endParaRPr lang="en-US" sz="1400" b="0" i="0" dirty="0">
                        <a:latin typeface="Times New Roman"/>
                        <a:cs typeface="Times New Roman"/>
                      </a:endParaRP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Date Placeholder 1">
            <a:extLst>
              <a:ext uri="{FF2B5EF4-FFF2-40B4-BE49-F238E27FC236}">
                <a16:creationId xmlns:a16="http://schemas.microsoft.com/office/drawing/2014/main" id="{9571B465-62FC-2C03-DC98-8F5EC549B275}"/>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a:solidFill>
                  <a:srgbClr val="898989"/>
                </a:solidFill>
                <a:latin typeface="Batang" panose="02030600000101010101" pitchFamily="18" charset="-127"/>
              </a:rPr>
              <a:t>11-10-2025</a:t>
            </a:r>
            <a:endParaRPr lang="en-IN" altLang="en-US" sz="140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D3EA85FD-EE5F-81DB-2043-165859B33E5A}"/>
              </a:ext>
            </a:extLst>
          </p:cNvPr>
          <p:cNvSpPr>
            <a:spLocks noGrp="1"/>
          </p:cNvSpPr>
          <p:nvPr>
            <p:ph type="ftr" sz="quarter" idx="11"/>
          </p:nvPr>
        </p:nvSpPr>
        <p:spPr/>
        <p:txBody>
          <a:bodyPr/>
          <a:lstStyle/>
          <a:p>
            <a:pPr>
              <a:defRPr/>
            </a:pPr>
            <a:r>
              <a:rPr lang="en-IN" dirty="0"/>
              <a:t>Batch no : </a:t>
            </a:r>
            <a:r>
              <a:rPr lang="en-US" altLang="en-IN" dirty="0"/>
              <a:t>13</a:t>
            </a:r>
          </a:p>
        </p:txBody>
      </p:sp>
      <p:sp>
        <p:nvSpPr>
          <p:cNvPr id="14340" name="Slide Number Placeholder 3">
            <a:extLst>
              <a:ext uri="{FF2B5EF4-FFF2-40B4-BE49-F238E27FC236}">
                <a16:creationId xmlns:a16="http://schemas.microsoft.com/office/drawing/2014/main" id="{4315506F-D397-D313-D5C0-1FDCEF109E4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33869E54-E545-4EE8-97BF-27DEF2196739}"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6</a:t>
            </a:fld>
            <a:endParaRPr lang="en-IN" altLang="en-US" sz="1400">
              <a:solidFill>
                <a:srgbClr val="898989"/>
              </a:solidFill>
              <a:latin typeface="Batang" panose="02030600000101010101" pitchFamily="18" charset="-127"/>
            </a:endParaRPr>
          </a:p>
        </p:txBody>
      </p:sp>
      <p:sp>
        <p:nvSpPr>
          <p:cNvPr id="14341" name="Title 1">
            <a:extLst>
              <a:ext uri="{FF2B5EF4-FFF2-40B4-BE49-F238E27FC236}">
                <a16:creationId xmlns:a16="http://schemas.microsoft.com/office/drawing/2014/main" id="{A355BBE5-096A-1FE2-3DC7-AE01B35A76B4}"/>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Arial" panose="020B0604020202020204" pitchFamily="34" charset="0"/>
                <a:ea typeface="SimSun" panose="02010600030101010101" pitchFamily="2" charset="-122"/>
              </a:rPr>
              <a:t>Literature Survey</a:t>
            </a:r>
            <a:endParaRPr lang="en-US" altLang="zh-CN" sz="4400">
              <a:latin typeface="Times New Roman" panose="02020603050405020304" pitchFamily="18" charset="0"/>
              <a:ea typeface="SimSun" panose="02010600030101010101" pitchFamily="2" charset="-122"/>
            </a:endParaRPr>
          </a:p>
        </p:txBody>
      </p:sp>
      <p:sp>
        <p:nvSpPr>
          <p:cNvPr id="14342" name="Content Placeholder 2">
            <a:extLst>
              <a:ext uri="{FF2B5EF4-FFF2-40B4-BE49-F238E27FC236}">
                <a16:creationId xmlns:a16="http://schemas.microsoft.com/office/drawing/2014/main" id="{8405DB96-2128-4582-6880-E1CF2E1DB735}"/>
              </a:ext>
            </a:extLst>
          </p:cNvPr>
          <p:cNvSpPr txBox="1">
            <a:spLocks noChangeArrowheads="1"/>
          </p:cNvSpPr>
          <p:nvPr/>
        </p:nvSpPr>
        <p:spPr bwMode="auto">
          <a:xfrm>
            <a:off x="484188" y="1025525"/>
            <a:ext cx="11098212"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endParaRPr lang="en-US" altLang="zh-CN">
              <a:latin typeface="Times New Roman" panose="02020603050405020304" pitchFamily="18" charset="0"/>
              <a:ea typeface="SimSun" panose="02010600030101010101" pitchFamily="2" charset="-122"/>
            </a:endParaRPr>
          </a:p>
        </p:txBody>
      </p:sp>
      <p:graphicFrame>
        <p:nvGraphicFramePr>
          <p:cNvPr id="2" name="Table 1">
            <a:extLst>
              <a:ext uri="{FF2B5EF4-FFF2-40B4-BE49-F238E27FC236}">
                <a16:creationId xmlns:a16="http://schemas.microsoft.com/office/drawing/2014/main" id="{F6821B43-D06C-5BAB-AF2E-8531D66DAE75}"/>
              </a:ext>
            </a:extLst>
          </p:cNvPr>
          <p:cNvGraphicFramePr>
            <a:graphicFrameLocks noGrp="1"/>
          </p:cNvGraphicFramePr>
          <p:nvPr>
            <p:extLst>
              <p:ext uri="{D42A27DB-BD31-4B8C-83A1-F6EECF244321}">
                <p14:modId xmlns:p14="http://schemas.microsoft.com/office/powerpoint/2010/main" val="1165898732"/>
              </p:ext>
            </p:extLst>
          </p:nvPr>
        </p:nvGraphicFramePr>
        <p:xfrm>
          <a:off x="401639" y="1246909"/>
          <a:ext cx="11485562" cy="5506638"/>
        </p:xfrm>
        <a:graphic>
          <a:graphicData uri="http://schemas.openxmlformats.org/drawingml/2006/table">
            <a:tbl>
              <a:tblPr firstRow="1" bandRow="1">
                <a:tableStyleId>{5C22544A-7EE6-4342-B048-85BDC9FD1C3A}</a:tableStyleId>
              </a:tblPr>
              <a:tblGrid>
                <a:gridCol w="2798798">
                  <a:extLst>
                    <a:ext uri="{9D8B030D-6E8A-4147-A177-3AD203B41FA5}">
                      <a16:colId xmlns:a16="http://schemas.microsoft.com/office/drawing/2014/main" val="20000"/>
                    </a:ext>
                  </a:extLst>
                </a:gridCol>
                <a:gridCol w="2895588">
                  <a:extLst>
                    <a:ext uri="{9D8B030D-6E8A-4147-A177-3AD203B41FA5}">
                      <a16:colId xmlns:a16="http://schemas.microsoft.com/office/drawing/2014/main" val="20001"/>
                    </a:ext>
                  </a:extLst>
                </a:gridCol>
                <a:gridCol w="2895588">
                  <a:extLst>
                    <a:ext uri="{9D8B030D-6E8A-4147-A177-3AD203B41FA5}">
                      <a16:colId xmlns:a16="http://schemas.microsoft.com/office/drawing/2014/main" val="20002"/>
                    </a:ext>
                  </a:extLst>
                </a:gridCol>
                <a:gridCol w="2895588">
                  <a:extLst>
                    <a:ext uri="{9D8B030D-6E8A-4147-A177-3AD203B41FA5}">
                      <a16:colId xmlns:a16="http://schemas.microsoft.com/office/drawing/2014/main" val="20003"/>
                    </a:ext>
                  </a:extLst>
                </a:gridCol>
              </a:tblGrid>
              <a:tr h="1220224">
                <a:tc>
                  <a:txBody>
                    <a:bodyPr/>
                    <a:lstStyle/>
                    <a:p>
                      <a:pPr>
                        <a:buNone/>
                      </a:pPr>
                      <a:endParaRPr lang="en-US" sz="1800" dirty="0"/>
                    </a:p>
                    <a:p>
                      <a:pPr>
                        <a:buNone/>
                      </a:pPr>
                      <a:r>
                        <a:rPr lang="en-US" sz="1800" dirty="0"/>
                        <a:t>   Paper Title</a:t>
                      </a:r>
                    </a:p>
                  </a:txBody>
                  <a:tcPr marL="91435" marR="91435" marT="45722" marB="45722"/>
                </a:tc>
                <a:tc>
                  <a:txBody>
                    <a:bodyPr/>
                    <a:lstStyle/>
                    <a:p>
                      <a:pPr>
                        <a:buNone/>
                      </a:pPr>
                      <a:endParaRPr lang="en-US" sz="1800" dirty="0"/>
                    </a:p>
                    <a:p>
                      <a:pPr>
                        <a:buNone/>
                      </a:pPr>
                      <a:r>
                        <a:rPr lang="en-US" sz="1800" dirty="0"/>
                        <a:t>  Journal  details</a:t>
                      </a:r>
                    </a:p>
                  </a:txBody>
                  <a:tcPr marL="91435" marR="91435" marT="45722" marB="45722"/>
                </a:tc>
                <a:tc>
                  <a:txBody>
                    <a:bodyPr/>
                    <a:lstStyle/>
                    <a:p>
                      <a:pPr>
                        <a:buNone/>
                      </a:pPr>
                      <a:endParaRPr lang="en-US" sz="1800" dirty="0"/>
                    </a:p>
                    <a:p>
                      <a:pPr>
                        <a:buNone/>
                      </a:pPr>
                      <a:r>
                        <a:rPr lang="en-US" sz="1800" dirty="0"/>
                        <a:t>  Methodology</a:t>
                      </a:r>
                    </a:p>
                  </a:txBody>
                  <a:tcPr marL="91435" marR="91435" marT="45722" marB="45722"/>
                </a:tc>
                <a:tc>
                  <a:txBody>
                    <a:bodyPr/>
                    <a:lstStyle/>
                    <a:p>
                      <a:pPr>
                        <a:buNone/>
                      </a:pPr>
                      <a:endParaRPr lang="en-US" sz="1800" dirty="0"/>
                    </a:p>
                    <a:p>
                      <a:pPr>
                        <a:buNone/>
                      </a:pPr>
                      <a:r>
                        <a:rPr lang="en-US" sz="1800" dirty="0"/>
                        <a:t>Disadvantages</a:t>
                      </a:r>
                    </a:p>
                    <a:p>
                      <a:pPr>
                        <a:buNone/>
                      </a:pPr>
                      <a:endParaRPr lang="en-US" sz="1800" dirty="0"/>
                    </a:p>
                    <a:p>
                      <a:pPr>
                        <a:buNone/>
                      </a:pPr>
                      <a:endParaRPr lang="en-US" sz="1800" dirty="0"/>
                    </a:p>
                  </a:txBody>
                  <a:tcPr marL="91435" marR="91435" marT="45722" marB="45722"/>
                </a:tc>
                <a:extLst>
                  <a:ext uri="{0D108BD9-81ED-4DB2-BD59-A6C34878D82A}">
                    <a16:rowId xmlns:a16="http://schemas.microsoft.com/office/drawing/2014/main" val="10000"/>
                  </a:ext>
                </a:extLst>
              </a:tr>
              <a:tr h="1345371">
                <a:tc>
                  <a:txBody>
                    <a:bodyPr/>
                    <a:lstStyle/>
                    <a:p>
                      <a:pPr lvl="0" algn="just">
                        <a:lnSpc>
                          <a:spcPct val="100000"/>
                        </a:lnSpc>
                        <a:spcBef>
                          <a:spcPts val="0"/>
                        </a:spcBef>
                        <a:spcAft>
                          <a:spcPts val="0"/>
                        </a:spcAft>
                        <a:buNone/>
                      </a:pPr>
                      <a:r>
                        <a:rPr lang="en-US" sz="1600" b="0" i="0" u="none" strike="noStrike" noProof="0" dirty="0">
                          <a:solidFill>
                            <a:srgbClr val="000000"/>
                          </a:solidFill>
                          <a:latin typeface="Times New Roman"/>
                        </a:rPr>
                        <a:t>4.</a:t>
                      </a:r>
                      <a:r>
                        <a:rPr lang="en-US" sz="1600" b="0" i="0" u="none" strike="noStrike" noProof="0" dirty="0">
                          <a:solidFill>
                            <a:srgbClr val="333333"/>
                          </a:solidFill>
                          <a:latin typeface="Times New Roman"/>
                        </a:rPr>
                        <a:t>LSTM Neural Network for Parkinson’s Disease Analysis</a:t>
                      </a:r>
                      <a:endParaRPr lang="en-US" sz="1600" b="0" i="0" u="none" strike="noStrike" noProof="0" dirty="0">
                        <a:solidFill>
                          <a:srgbClr val="000000"/>
                        </a:solidFill>
                        <a:latin typeface="Times New Roman"/>
                      </a:endParaRPr>
                    </a:p>
                  </a:txBody>
                  <a:tcPr/>
                </a:tc>
                <a:tc>
                  <a:txBody>
                    <a:bodyPr/>
                    <a:lstStyle/>
                    <a:p>
                      <a:pPr lvl="0" algn="just">
                        <a:lnSpc>
                          <a:spcPct val="100000"/>
                        </a:lnSpc>
                        <a:spcBef>
                          <a:spcPts val="0"/>
                        </a:spcBef>
                        <a:spcAft>
                          <a:spcPts val="0"/>
                        </a:spcAft>
                        <a:buNone/>
                      </a:pPr>
                      <a:r>
                        <a:rPr lang="en-US" sz="1600" b="0" i="0" u="none" strike="noStrike" noProof="0">
                          <a:solidFill>
                            <a:srgbClr val="000000"/>
                          </a:solidFill>
                        </a:rPr>
                        <a:t>2022 8th International Conference on Contemporary Information Technology and Mathematics (ICCITM), IEEE, 2022</a:t>
                      </a:r>
                      <a:endParaRPr lang="en-US"/>
                    </a:p>
                  </a:txBody>
                  <a:tcPr/>
                </a:tc>
                <a:tc>
                  <a:txBody>
                    <a:bodyPr/>
                    <a:lstStyle/>
                    <a:p>
                      <a:pPr marL="0" marR="0" lvl="0" indent="0" algn="l">
                        <a:lnSpc>
                          <a:spcPct val="100000"/>
                        </a:lnSpc>
                        <a:spcBef>
                          <a:spcPts val="0"/>
                        </a:spcBef>
                        <a:spcAft>
                          <a:spcPts val="0"/>
                        </a:spcAft>
                        <a:buNone/>
                      </a:pPr>
                      <a:r>
                        <a:rPr lang="en-US" sz="1600" b="0" i="0" u="none" strike="noStrike" noProof="0">
                          <a:solidFill>
                            <a:srgbClr val="000000"/>
                          </a:solidFill>
                        </a:rPr>
                        <a:t>Trained an LSTM model on PD data and compared it with traditional ML methods.</a:t>
                      </a:r>
                      <a:endParaRPr lang="en-US" sz="1600"/>
                    </a:p>
                  </a:txBody>
                  <a:tcPr/>
                </a:tc>
                <a:tc>
                  <a:txBody>
                    <a:bodyPr/>
                    <a:lstStyle/>
                    <a:p>
                      <a:pPr lvl="0" algn="l">
                        <a:lnSpc>
                          <a:spcPct val="100000"/>
                        </a:lnSpc>
                        <a:spcBef>
                          <a:spcPts val="0"/>
                        </a:spcBef>
                        <a:spcAft>
                          <a:spcPts val="0"/>
                        </a:spcAft>
                        <a:buNone/>
                      </a:pPr>
                      <a:r>
                        <a:rPr lang="en-US" sz="1600" b="0" i="0" u="none" strike="noStrike" noProof="0" dirty="0">
                          <a:solidFill>
                            <a:srgbClr val="000000"/>
                          </a:solidFill>
                          <a:latin typeface="Times New Roman"/>
                        </a:rPr>
                        <a:t>Advantages: Achieved very high accuracy (99%) in PD diagnosis.</a:t>
                      </a:r>
                      <a:endParaRPr lang="en-US" sz="1600" b="0" dirty="0"/>
                    </a:p>
                    <a:p>
                      <a:pPr marL="0" lvl="0" indent="0">
                        <a:buNone/>
                      </a:pPr>
                      <a:r>
                        <a:rPr lang="en-US" sz="1600" b="0" i="0" u="none" strike="noStrike" noProof="0" dirty="0">
                          <a:solidFill>
                            <a:srgbClr val="000000"/>
                          </a:solidFill>
                          <a:latin typeface="Times New Roman"/>
                        </a:rPr>
                        <a:t>Disadvantages: Requires large, high-quality datasets for reliable performance.</a:t>
                      </a:r>
                    </a:p>
                  </a:txBody>
                  <a:tcPr/>
                </a:tc>
                <a:extLst>
                  <a:ext uri="{0D108BD9-81ED-4DB2-BD59-A6C34878D82A}">
                    <a16:rowId xmlns:a16="http://schemas.microsoft.com/office/drawing/2014/main" val="10001"/>
                  </a:ext>
                </a:extLst>
              </a:tr>
              <a:tr h="1595672">
                <a:tc>
                  <a:txBody>
                    <a:bodyPr/>
                    <a:lstStyle/>
                    <a:p>
                      <a:pPr lvl="0" algn="just">
                        <a:lnSpc>
                          <a:spcPct val="100000"/>
                        </a:lnSpc>
                        <a:spcBef>
                          <a:spcPts val="0"/>
                        </a:spcBef>
                        <a:spcAft>
                          <a:spcPts val="0"/>
                        </a:spcAft>
                        <a:buNone/>
                      </a:pPr>
                      <a:r>
                        <a:rPr lang="en-US" sz="1600" b="0" i="0" u="none" strike="noStrike" noProof="0">
                          <a:solidFill>
                            <a:srgbClr val="000000"/>
                          </a:solidFill>
                          <a:latin typeface="Times New Roman"/>
                        </a:rPr>
                        <a:t>5.</a:t>
                      </a:r>
                      <a:r>
                        <a:rPr lang="en-US" sz="1600" b="0" i="0" u="none" strike="noStrike" noProof="0">
                          <a:solidFill>
                            <a:srgbClr val="333333"/>
                          </a:solidFill>
                          <a:latin typeface="Times New Roman"/>
                        </a:rPr>
                        <a:t>Wearable multimodal sensors for evaluation of patients with Parkinson disease</a:t>
                      </a:r>
                      <a:endParaRPr lang="en-US" sz="1600" b="0" i="0" u="none" strike="noStrike" noProof="0">
                        <a:solidFill>
                          <a:srgbClr val="000000"/>
                        </a:solidFill>
                        <a:latin typeface="Times New Roman"/>
                      </a:endParaRPr>
                    </a:p>
                  </a:txBody>
                  <a:tcPr/>
                </a:tc>
                <a:tc>
                  <a:txBody>
                    <a:bodyPr/>
                    <a:lstStyle/>
                    <a:p>
                      <a:pPr lvl="0" algn="just">
                        <a:lnSpc>
                          <a:spcPct val="100000"/>
                        </a:lnSpc>
                        <a:spcBef>
                          <a:spcPts val="0"/>
                        </a:spcBef>
                        <a:spcAft>
                          <a:spcPts val="0"/>
                        </a:spcAft>
                        <a:buNone/>
                      </a:pPr>
                      <a:r>
                        <a:rPr lang="en-US" sz="1600" b="0" i="0" u="none" strike="noStrike" noProof="0">
                          <a:solidFill>
                            <a:srgbClr val="000000"/>
                          </a:solidFill>
                        </a:rPr>
                        <a:t>2015 IEEE International Conference on Control System, Computing and Engineering (ICCSCE), IEEE, 2015</a:t>
                      </a:r>
                      <a:endParaRPr lang="en-US"/>
                    </a:p>
                  </a:txBody>
                  <a:tcPr/>
                </a:tc>
                <a:tc>
                  <a:txBody>
                    <a:bodyPr/>
                    <a:lstStyle/>
                    <a:p>
                      <a:pPr lvl="0" algn="just">
                        <a:lnSpc>
                          <a:spcPct val="100000"/>
                        </a:lnSpc>
                        <a:spcBef>
                          <a:spcPts val="0"/>
                        </a:spcBef>
                        <a:spcAft>
                          <a:spcPts val="0"/>
                        </a:spcAft>
                        <a:buNone/>
                      </a:pPr>
                      <a:r>
                        <a:rPr lang="en-US" sz="1600" b="0" i="0" u="none" strike="noStrike" noProof="0">
                          <a:solidFill>
                            <a:srgbClr val="000000"/>
                          </a:solidFill>
                        </a:rPr>
                        <a:t>Collected motion data via triaxial wearable sensors and classified it using time/frequency features with 10-fold cross-validation.</a:t>
                      </a:r>
                      <a:endParaRPr lang="en-US" sz="1600"/>
                    </a:p>
                  </a:txBody>
                  <a:tcPr/>
                </a:tc>
                <a:tc>
                  <a:txBody>
                    <a:bodyPr/>
                    <a:lstStyle/>
                    <a:p>
                      <a:pPr lvl="0" algn="l">
                        <a:lnSpc>
                          <a:spcPct val="100000"/>
                        </a:lnSpc>
                        <a:spcBef>
                          <a:spcPts val="0"/>
                        </a:spcBef>
                        <a:spcAft>
                          <a:spcPts val="0"/>
                        </a:spcAft>
                        <a:buNone/>
                      </a:pPr>
                      <a:r>
                        <a:rPr lang="en-US" sz="1600" b="0" i="0" u="none" strike="noStrike" noProof="0">
                          <a:solidFill>
                            <a:srgbClr val="000000"/>
                          </a:solidFill>
                        </a:rPr>
                        <a:t>Advantage: Achieved &gt;88% accuracy, sensitivity, specificity, and ROC in PD detection.</a:t>
                      </a:r>
                      <a:br>
                        <a:rPr lang="en-US" sz="1600" b="0" i="0" u="none" strike="noStrike" noProof="0">
                          <a:solidFill>
                            <a:srgbClr val="000000"/>
                          </a:solidFill>
                        </a:rPr>
                      </a:br>
                      <a:r>
                        <a:rPr lang="en-US" sz="1600" b="0" i="0" u="none" strike="noStrike" noProof="0">
                          <a:solidFill>
                            <a:srgbClr val="000000"/>
                          </a:solidFill>
                        </a:rPr>
                        <a:t> Disadvantage: Multiple sensors may cause discomfort and limit adoption.</a:t>
                      </a:r>
                      <a:endParaRPr lang="en-US" sz="1600" b="0" i="0" u="none" strike="noStrike" noProof="0">
                        <a:solidFill>
                          <a:srgbClr val="000000"/>
                        </a:solidFill>
                        <a:latin typeface="Times New Roman"/>
                      </a:endParaRPr>
                    </a:p>
                  </a:txBody>
                  <a:tcPr/>
                </a:tc>
                <a:extLst>
                  <a:ext uri="{0D108BD9-81ED-4DB2-BD59-A6C34878D82A}">
                    <a16:rowId xmlns:a16="http://schemas.microsoft.com/office/drawing/2014/main" val="10002"/>
                  </a:ext>
                </a:extLst>
              </a:tr>
              <a:tr h="1345371">
                <a:tc>
                  <a:txBody>
                    <a:bodyPr/>
                    <a:lstStyle/>
                    <a:p>
                      <a:pPr lvl="0" algn="just">
                        <a:lnSpc>
                          <a:spcPct val="100000"/>
                        </a:lnSpc>
                        <a:spcBef>
                          <a:spcPts val="0"/>
                        </a:spcBef>
                        <a:spcAft>
                          <a:spcPts val="0"/>
                        </a:spcAft>
                        <a:buNone/>
                      </a:pPr>
                      <a:r>
                        <a:rPr lang="en-US" sz="1600">
                          <a:latin typeface="Times New Roman"/>
                        </a:rPr>
                        <a:t>6.A Review on Parkinson’s Disease Detection Using Non-Invasive Procedures</a:t>
                      </a:r>
                    </a:p>
                  </a:txBody>
                  <a:tcPr/>
                </a:tc>
                <a:tc>
                  <a:txBody>
                    <a:bodyPr/>
                    <a:lstStyle/>
                    <a:p>
                      <a:pPr lvl="0" algn="just">
                        <a:lnSpc>
                          <a:spcPct val="100000"/>
                        </a:lnSpc>
                        <a:spcBef>
                          <a:spcPts val="0"/>
                        </a:spcBef>
                        <a:spcAft>
                          <a:spcPts val="0"/>
                        </a:spcAft>
                        <a:buNone/>
                      </a:pPr>
                      <a:r>
                        <a:rPr lang="en-US" sz="1600" b="0" i="0" u="none" strike="noStrike" noProof="0"/>
                        <a:t>IEEE Access, Vol. 13, 2025</a:t>
                      </a:r>
                      <a:endParaRPr lang="en-US" sz="1600">
                        <a:latin typeface="Times New Roman"/>
                      </a:endParaRPr>
                    </a:p>
                  </a:txBody>
                  <a:tcPr/>
                </a:tc>
                <a:tc>
                  <a:txBody>
                    <a:bodyPr/>
                    <a:lstStyle/>
                    <a:p>
                      <a:pPr lvl="0" algn="just">
                        <a:lnSpc>
                          <a:spcPct val="100000"/>
                        </a:lnSpc>
                        <a:spcBef>
                          <a:spcPts val="0"/>
                        </a:spcBef>
                        <a:spcAft>
                          <a:spcPts val="0"/>
                        </a:spcAft>
                        <a:buNone/>
                      </a:pPr>
                      <a:r>
                        <a:rPr lang="en-US" sz="1600">
                          <a:latin typeface="Times New Roman"/>
                        </a:rPr>
                        <a:t>Reviewed 2019–2024 PD studies on features, reduction, selection, classification, datasets, and tools.</a:t>
                      </a:r>
                    </a:p>
                    <a:p>
                      <a:pPr lvl="0" algn="just">
                        <a:lnSpc>
                          <a:spcPct val="100000"/>
                        </a:lnSpc>
                        <a:spcBef>
                          <a:spcPts val="0"/>
                        </a:spcBef>
                        <a:spcAft>
                          <a:spcPts val="0"/>
                        </a:spcAft>
                        <a:buNone/>
                      </a:pPr>
                      <a:endParaRPr lang="en-US" sz="1600" b="0" i="0" u="none" strike="noStrike" noProof="0">
                        <a:solidFill>
                          <a:srgbClr val="000000"/>
                        </a:solidFill>
                        <a:latin typeface="Times New Roman"/>
                      </a:endParaRPr>
                    </a:p>
                  </a:txBody>
                  <a:tcPr/>
                </a:tc>
                <a:tc>
                  <a:txBody>
                    <a:bodyPr/>
                    <a:lstStyle/>
                    <a:p>
                      <a:pPr lvl="0" algn="l">
                        <a:lnSpc>
                          <a:spcPct val="100000"/>
                        </a:lnSpc>
                        <a:spcBef>
                          <a:spcPts val="0"/>
                        </a:spcBef>
                        <a:spcAft>
                          <a:spcPts val="0"/>
                        </a:spcAft>
                        <a:buNone/>
                      </a:pPr>
                      <a:r>
                        <a:rPr lang="en-US" sz="1600" dirty="0">
                          <a:latin typeface="Times New Roman"/>
                        </a:rPr>
                        <a:t>Advantage: Consolidates up-to-date techniques and tools for PD research.</a:t>
                      </a:r>
                      <a:br>
                        <a:rPr lang="en-US" sz="1600" dirty="0">
                          <a:latin typeface="Times New Roman"/>
                        </a:rPr>
                      </a:br>
                      <a:r>
                        <a:rPr lang="en-US" sz="1600" dirty="0">
                          <a:latin typeface="Times New Roman"/>
                        </a:rPr>
                        <a:t> Disadvantage: Does not propose or test a new detection model.</a:t>
                      </a:r>
                    </a:p>
                  </a:txBody>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Date Placeholder 1">
            <a:extLst>
              <a:ext uri="{FF2B5EF4-FFF2-40B4-BE49-F238E27FC236}">
                <a16:creationId xmlns:a16="http://schemas.microsoft.com/office/drawing/2014/main" id="{391AF8A3-2705-E3B6-A058-1108E78486B1}"/>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a:p>
            <a:pPr>
              <a:lnSpc>
                <a:spcPct val="100000"/>
              </a:lnSpc>
              <a:spcBef>
                <a:spcPct val="0"/>
              </a:spcBef>
              <a:buFont typeface="Arial" panose="020B0604020202020204" pitchFamily="34" charset="0"/>
              <a:buNone/>
            </a:pP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445FA9B3-D454-9E2F-4A2D-C5244BBA97AC}"/>
              </a:ext>
            </a:extLst>
          </p:cNvPr>
          <p:cNvSpPr>
            <a:spLocks noGrp="1"/>
          </p:cNvSpPr>
          <p:nvPr>
            <p:ph type="ftr" sz="quarter" idx="11"/>
          </p:nvPr>
        </p:nvSpPr>
        <p:spPr/>
        <p:txBody>
          <a:bodyPr/>
          <a:lstStyle/>
          <a:p>
            <a:pPr>
              <a:defRPr/>
            </a:pPr>
            <a:r>
              <a:rPr lang="en-IN" dirty="0"/>
              <a:t>Batch no :09</a:t>
            </a:r>
            <a:endParaRPr lang="en-US" altLang="en-IN" dirty="0"/>
          </a:p>
        </p:txBody>
      </p:sp>
      <p:sp>
        <p:nvSpPr>
          <p:cNvPr id="16388" name="Slide Number Placeholder 3">
            <a:extLst>
              <a:ext uri="{FF2B5EF4-FFF2-40B4-BE49-F238E27FC236}">
                <a16:creationId xmlns:a16="http://schemas.microsoft.com/office/drawing/2014/main" id="{1262A4E4-AE12-2811-9FD0-7A0F01FD21ED}"/>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D067AB1B-7B56-496D-8390-D43EC6D6432D}"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7</a:t>
            </a:fld>
            <a:endParaRPr lang="en-IN" altLang="en-US" sz="1400">
              <a:solidFill>
                <a:srgbClr val="898989"/>
              </a:solidFill>
              <a:latin typeface="Batang" panose="02030600000101010101" pitchFamily="18" charset="-127"/>
            </a:endParaRPr>
          </a:p>
        </p:txBody>
      </p:sp>
      <p:sp>
        <p:nvSpPr>
          <p:cNvPr id="16389" name="Title 1">
            <a:extLst>
              <a:ext uri="{FF2B5EF4-FFF2-40B4-BE49-F238E27FC236}">
                <a16:creationId xmlns:a16="http://schemas.microsoft.com/office/drawing/2014/main" id="{D70B9449-9105-0133-1458-3CCF27237641}"/>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IN" altLang="en-US" sz="3200" b="1">
                <a:latin typeface="Times New Roman" panose="02020603050405020304" pitchFamily="18" charset="0"/>
                <a:cs typeface="Times New Roman" panose="02020603050405020304" pitchFamily="18" charset="0"/>
              </a:rPr>
              <a:t>EXISTING SYSTEM:</a:t>
            </a:r>
            <a:endParaRPr lang="en-US" altLang="zh-CN" sz="3200">
              <a:latin typeface="Times New Roman" panose="02020603050405020304" pitchFamily="18" charset="0"/>
              <a:ea typeface="SimSun" panose="02010600030101010101" pitchFamily="2" charset="-122"/>
            </a:endParaRPr>
          </a:p>
        </p:txBody>
      </p:sp>
      <p:sp>
        <p:nvSpPr>
          <p:cNvPr id="16390" name="Content Placeholder 2">
            <a:extLst>
              <a:ext uri="{FF2B5EF4-FFF2-40B4-BE49-F238E27FC236}">
                <a16:creationId xmlns:a16="http://schemas.microsoft.com/office/drawing/2014/main" id="{C81B2A48-6CFF-E107-2C58-E828175A2CC9}"/>
              </a:ext>
            </a:extLst>
          </p:cNvPr>
          <p:cNvSpPr txBox="1">
            <a:spLocks noChangeArrowheads="1"/>
          </p:cNvSpPr>
          <p:nvPr/>
        </p:nvSpPr>
        <p:spPr bwMode="auto">
          <a:xfrm>
            <a:off x="484188" y="1369760"/>
            <a:ext cx="11098212" cy="49056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lvl="1" indent="0">
              <a:spcBef>
                <a:spcPts val="1000"/>
              </a:spcBef>
              <a:buNone/>
            </a:pPr>
            <a:endParaRPr lang="en-US" altLang="zh-CN" sz="2600" dirty="0">
              <a:latin typeface="Times New Roman" panose="02020603050405020304" pitchFamily="18" charset="0"/>
              <a:ea typeface="SimSun" panose="02010600030101010101" pitchFamily="2" charset="-122"/>
            </a:endParaRPr>
          </a:p>
        </p:txBody>
      </p:sp>
      <p:sp>
        <p:nvSpPr>
          <p:cNvPr id="2" name="TextBox 1">
            <a:extLst>
              <a:ext uri="{FF2B5EF4-FFF2-40B4-BE49-F238E27FC236}">
                <a16:creationId xmlns:a16="http://schemas.microsoft.com/office/drawing/2014/main" id="{440A8C01-0FEC-DFD8-46A3-076EB32A7449}"/>
              </a:ext>
            </a:extLst>
          </p:cNvPr>
          <p:cNvSpPr txBox="1"/>
          <p:nvPr/>
        </p:nvSpPr>
        <p:spPr>
          <a:xfrm>
            <a:off x="838200" y="1636713"/>
            <a:ext cx="10771188" cy="4457952"/>
          </a:xfrm>
          <a:prstGeom prst="rect">
            <a:avLst/>
          </a:prstGeom>
          <a:noFill/>
        </p:spPr>
        <p:txBody>
          <a:bodyPr>
            <a:spAutoFit/>
          </a:bodyPr>
          <a:lstStyle/>
          <a:p>
            <a:pPr marL="342900" indent="-342900" algn="just">
              <a:lnSpc>
                <a:spcPct val="150000"/>
              </a:lnSpc>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Current diagnosis of Alzheimer’s and Parkinson’s typically depends on clinical assessments, imaging, or invasive procedures. </a:t>
            </a:r>
          </a:p>
          <a:p>
            <a:pPr marL="342900" indent="-342900" algn="just">
              <a:lnSpc>
                <a:spcPct val="150000"/>
              </a:lnSpc>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Recent AI approaches leverage speech features such as MFCC, jitter, and shimmer for early detection. Datasets target Alzheimer’s detection using spontaneous speech tasks, while Parkinson’s detection often uses sustained vowel phonation and prosodic voice features.</a:t>
            </a:r>
          </a:p>
          <a:p>
            <a:pPr marL="342900" indent="-342900" algn="just">
              <a:lnSpc>
                <a:spcPct val="150000"/>
              </a:lnSpc>
              <a:buFont typeface="Arial" panose="020B0604020202020204" pitchFamily="34" charset="0"/>
              <a:buChar char="•"/>
              <a:defRPr/>
            </a:pPr>
            <a:r>
              <a:rPr lang="en-IN" sz="2400" dirty="0">
                <a:latin typeface="Times New Roman" panose="02020603050405020304" pitchFamily="18" charset="0"/>
                <a:cs typeface="Times New Roman" panose="02020603050405020304" pitchFamily="18" charset="0"/>
              </a:rPr>
              <a:t> However, no existing system integrates both speech and sleep breathing audio for dual detection of these disorders, presenting a unique research opportunity.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Date Placeholder 1">
            <a:extLst>
              <a:ext uri="{FF2B5EF4-FFF2-40B4-BE49-F238E27FC236}">
                <a16:creationId xmlns:a16="http://schemas.microsoft.com/office/drawing/2014/main" id="{58BB5AC0-EAFA-A281-2F64-500E85546BFB}"/>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65C09590-9656-6529-E9F4-BDF2DE4B087C}"/>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18436" name="Slide Number Placeholder 3">
            <a:extLst>
              <a:ext uri="{FF2B5EF4-FFF2-40B4-BE49-F238E27FC236}">
                <a16:creationId xmlns:a16="http://schemas.microsoft.com/office/drawing/2014/main" id="{8E53E53E-D86B-3C74-07EA-BF7C146F6B0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69FB56EF-9B3A-4330-B1AB-08EFE05C993E}"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8</a:t>
            </a:fld>
            <a:endParaRPr lang="en-IN" altLang="en-US" sz="1400">
              <a:solidFill>
                <a:srgbClr val="898989"/>
              </a:solidFill>
              <a:latin typeface="Batang" panose="02030600000101010101" pitchFamily="18" charset="-127"/>
            </a:endParaRPr>
          </a:p>
        </p:txBody>
      </p:sp>
      <p:sp>
        <p:nvSpPr>
          <p:cNvPr id="18437" name="Title 1">
            <a:extLst>
              <a:ext uri="{FF2B5EF4-FFF2-40B4-BE49-F238E27FC236}">
                <a16:creationId xmlns:a16="http://schemas.microsoft.com/office/drawing/2014/main" id="{6D9F810B-36DF-B36C-7CCD-D10A16FC7759}"/>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en-US" sz="3200" b="1">
                <a:latin typeface="Times New Roman" panose="02020603050405020304" pitchFamily="18" charset="0"/>
                <a:cs typeface="Times New Roman" panose="02020603050405020304" pitchFamily="18" charset="0"/>
              </a:rPr>
              <a:t>MOTIVATION</a:t>
            </a:r>
            <a:endParaRPr lang="en-US" altLang="zh-CN" sz="3200" b="1">
              <a:latin typeface="Times New Roman" panose="02020603050405020304" pitchFamily="18" charset="0"/>
              <a:ea typeface="SimSun" panose="02010600030101010101" pitchFamily="2" charset="-122"/>
            </a:endParaRPr>
          </a:p>
        </p:txBody>
      </p:sp>
      <p:sp>
        <p:nvSpPr>
          <p:cNvPr id="4102" name="Content Placeholder 2">
            <a:extLst>
              <a:ext uri="{FF2B5EF4-FFF2-40B4-BE49-F238E27FC236}">
                <a16:creationId xmlns:a16="http://schemas.microsoft.com/office/drawing/2014/main" id="{B823456F-2039-5477-832B-8443C9C06138}"/>
              </a:ext>
            </a:extLst>
          </p:cNvPr>
          <p:cNvSpPr txBox="1">
            <a:spLocks noChangeArrowheads="1"/>
          </p:cNvSpPr>
          <p:nvPr/>
        </p:nvSpPr>
        <p:spPr bwMode="auto">
          <a:xfrm>
            <a:off x="484188" y="914400"/>
            <a:ext cx="11360150" cy="5441950"/>
          </a:xfrm>
          <a:prstGeom prst="rect">
            <a:avLst/>
          </a:prstGeom>
          <a:noFill/>
          <a:ln>
            <a:noFill/>
          </a:ln>
        </p:spPr>
        <p:txBody>
          <a:bodyPr/>
          <a:lstStyle>
            <a:lvl1pPr marL="342900" indent="-342900" eaLnBrk="0" hangingPunct="0">
              <a:defRPr>
                <a:solidFill>
                  <a:schemeClr val="tx1"/>
                </a:solidFill>
                <a:latin typeface="Arial" panose="020B0604020202020204" pitchFamily="34" charset="0"/>
              </a:defRPr>
            </a:lvl1pPr>
            <a:lvl2pPr marL="685800" indent="-22860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marL="339725" indent="-339725" algn="just">
              <a:buFont typeface="Arial" panose="020B0604020202020204" pitchFamily="34" charset="0"/>
              <a:buNone/>
              <a:tabLst>
                <a:tab pos="339725" algn="l"/>
                <a:tab pos="796925" algn="l"/>
                <a:tab pos="1254125" algn="l"/>
                <a:tab pos="1711325" algn="l"/>
                <a:tab pos="2168525" algn="l"/>
                <a:tab pos="2625725" algn="l"/>
                <a:tab pos="3082925" algn="l"/>
                <a:tab pos="3540125" algn="l"/>
                <a:tab pos="3997325" algn="l"/>
                <a:tab pos="4454525" algn="l"/>
                <a:tab pos="4911725" algn="l"/>
                <a:tab pos="5368925" algn="l"/>
                <a:tab pos="5826125" algn="l"/>
                <a:tab pos="6283325" algn="l"/>
                <a:tab pos="6740525" algn="l"/>
                <a:tab pos="7197725" algn="l"/>
                <a:tab pos="7654925" algn="l"/>
                <a:tab pos="8112125" algn="l"/>
                <a:tab pos="8569325" algn="l"/>
                <a:tab pos="9026525" algn="l"/>
                <a:tab pos="9483725" algn="l"/>
              </a:tabLst>
              <a:defRPr/>
            </a:pPr>
            <a:endParaRPr lang="en-US" sz="2400" b="1" dirty="0">
              <a:latin typeface="Times New Roman" pitchFamily="18" charset="0"/>
              <a:cs typeface="Times New Roman" pitchFamily="18" charset="0"/>
            </a:endParaRPr>
          </a:p>
          <a:p>
            <a:pPr algn="just">
              <a:lnSpc>
                <a:spcPct val="150000"/>
              </a:lnSpc>
              <a:buFont typeface="Times New Roman" panose="02020603050405020304" pitchFamily="18" charset="0"/>
              <a:buNone/>
              <a:defRPr/>
            </a:pPr>
            <a:r>
              <a:rPr lang="en-US" sz="2400" dirty="0">
                <a:latin typeface="Times New Roman" panose="02020603050405020304" pitchFamily="18" charset="0"/>
                <a:cs typeface="Times New Roman" panose="02020603050405020304" pitchFamily="18" charset="0"/>
              </a:rPr>
              <a:t>Alzheimer’s and Parkinson’s are hard to detect early</a:t>
            </a:r>
          </a:p>
          <a:p>
            <a:pPr algn="just">
              <a:lnSpc>
                <a:spcPct val="150000"/>
              </a:lnSpc>
              <a:buFont typeface="Times New Roman" panose="02020603050405020304" pitchFamily="18" charset="0"/>
              <a:buNone/>
              <a:defRPr/>
            </a:pPr>
            <a:r>
              <a:rPr lang="en-US" sz="2400" dirty="0">
                <a:latin typeface="Times New Roman" panose="02020603050405020304" pitchFamily="18" charset="0"/>
                <a:cs typeface="Times New Roman" panose="02020603050405020304" pitchFamily="18" charset="0"/>
              </a:rPr>
              <a:t>• Current diagnostic methods are costly, invasive, and time-consuming. </a:t>
            </a:r>
          </a:p>
          <a:p>
            <a:pPr algn="just">
              <a:lnSpc>
                <a:spcPct val="150000"/>
              </a:lnSpc>
              <a:buFont typeface="Times New Roman" panose="02020603050405020304" pitchFamily="18" charset="0"/>
              <a:buNone/>
              <a:defRPr/>
            </a:pPr>
            <a:r>
              <a:rPr lang="en-US" sz="2400" dirty="0">
                <a:latin typeface="Times New Roman" panose="02020603050405020304" pitchFamily="18" charset="0"/>
                <a:cs typeface="Times New Roman" panose="02020603050405020304" pitchFamily="18" charset="0"/>
              </a:rPr>
              <a:t>• Many patients lack access to advanced medical facilities. </a:t>
            </a:r>
          </a:p>
          <a:p>
            <a:pPr algn="just">
              <a:lnSpc>
                <a:spcPct val="150000"/>
              </a:lnSpc>
              <a:buFont typeface="Times New Roman" panose="02020603050405020304" pitchFamily="18" charset="0"/>
              <a:buNone/>
              <a:defRPr/>
            </a:pPr>
            <a:r>
              <a:rPr lang="en-US" sz="2400" dirty="0">
                <a:latin typeface="Times New Roman" panose="02020603050405020304" pitchFamily="18" charset="0"/>
                <a:cs typeface="Times New Roman" panose="02020603050405020304" pitchFamily="18" charset="0"/>
              </a:rPr>
              <a:t>• AI with audio analysis offers a simple, affordable, and non-invasive alternative.</a:t>
            </a:r>
          </a:p>
          <a:p>
            <a:pPr algn="just">
              <a:lnSpc>
                <a:spcPct val="150000"/>
              </a:lnSpc>
              <a:buFont typeface="Times New Roman" panose="02020603050405020304" pitchFamily="18" charset="0"/>
              <a:buNone/>
              <a:defRPr/>
            </a:pPr>
            <a:r>
              <a:rPr lang="en-US" sz="2400" dirty="0">
                <a:latin typeface="Times New Roman" panose="02020603050405020304" pitchFamily="18" charset="0"/>
                <a:cs typeface="Times New Roman" panose="02020603050405020304" pitchFamily="18" charset="0"/>
              </a:rPr>
              <a:t> • Early detection can improve quality of life and enable timely medical intervention.</a:t>
            </a:r>
            <a:endParaRPr lang="en-GB" sz="2400" dirty="0">
              <a:latin typeface="Times New Roman" pitchFamily="18" charset="0"/>
              <a:cs typeface="Times New Roman" pitchFamily="18" charset="0"/>
            </a:endParaRPr>
          </a:p>
          <a:p>
            <a:pPr algn="just">
              <a:buFont typeface="Times New Roman" panose="02020603050405020304" pitchFamily="18" charset="0"/>
              <a:buNone/>
              <a:defRPr/>
            </a:pPr>
            <a:endParaRPr lang="en-GB" sz="2400" dirty="0">
              <a:latin typeface="Times New Roman" pitchFamily="18" charset="0"/>
              <a:cs typeface="Times New Roman"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Date Placeholder 1">
            <a:extLst>
              <a:ext uri="{FF2B5EF4-FFF2-40B4-BE49-F238E27FC236}">
                <a16:creationId xmlns:a16="http://schemas.microsoft.com/office/drawing/2014/main" id="{4497C0F2-7559-1B1F-E3E5-CF5B74A64363}"/>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8F9F3104-C695-17CA-E1F4-0E1143ED03D1}"/>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20484" name="Slide Number Placeholder 3">
            <a:extLst>
              <a:ext uri="{FF2B5EF4-FFF2-40B4-BE49-F238E27FC236}">
                <a16:creationId xmlns:a16="http://schemas.microsoft.com/office/drawing/2014/main" id="{8C6E3C06-201D-6838-B2DE-547F23988F7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A2F02AF7-EB33-479B-B2B9-1C3890009635}"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9</a:t>
            </a:fld>
            <a:endParaRPr lang="en-IN" altLang="en-US" sz="1400">
              <a:solidFill>
                <a:srgbClr val="898989"/>
              </a:solidFill>
              <a:latin typeface="Batang" panose="02030600000101010101" pitchFamily="18" charset="-127"/>
            </a:endParaRPr>
          </a:p>
        </p:txBody>
      </p:sp>
      <p:sp>
        <p:nvSpPr>
          <p:cNvPr id="20485" name="Title 1">
            <a:extLst>
              <a:ext uri="{FF2B5EF4-FFF2-40B4-BE49-F238E27FC236}">
                <a16:creationId xmlns:a16="http://schemas.microsoft.com/office/drawing/2014/main" id="{D94839F8-BF9E-4860-5778-0B551D5CA955}"/>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Objective</a:t>
            </a:r>
          </a:p>
        </p:txBody>
      </p:sp>
      <p:sp>
        <p:nvSpPr>
          <p:cNvPr id="20486" name="Content Placeholder 2">
            <a:extLst>
              <a:ext uri="{FF2B5EF4-FFF2-40B4-BE49-F238E27FC236}">
                <a16:creationId xmlns:a16="http://schemas.microsoft.com/office/drawing/2014/main" id="{E935D1F2-0CE4-6661-D9CF-CBCBA29A508D}"/>
              </a:ext>
            </a:extLst>
          </p:cNvPr>
          <p:cNvSpPr txBox="1">
            <a:spLocks noChangeArrowheads="1"/>
          </p:cNvSpPr>
          <p:nvPr/>
        </p:nvSpPr>
        <p:spPr bwMode="auto">
          <a:xfrm>
            <a:off x="0" y="1500188"/>
            <a:ext cx="11098213" cy="3884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panose="020B0604020202020204" pitchFamily="34" charset="0"/>
              <a:buNone/>
            </a:pPr>
            <a:endParaRPr lang="en-US" altLang="zh-CN" sz="4400" dirty="0">
              <a:solidFill>
                <a:srgbClr val="FF0000"/>
              </a:solidFill>
              <a:latin typeface="Times New Roman" panose="02020603050405020304" pitchFamily="18" charset="0"/>
              <a:ea typeface="SimSun" panose="02010600030101010101" pitchFamily="2" charset="-122"/>
            </a:endParaRPr>
          </a:p>
          <a:p>
            <a:pPr algn="ctr">
              <a:buFont typeface="Arial" panose="020B0604020202020204" pitchFamily="34" charset="0"/>
              <a:buNone/>
            </a:pPr>
            <a:endParaRPr lang="en-US" altLang="zh-CN" sz="4400" dirty="0">
              <a:solidFill>
                <a:srgbClr val="FF0000"/>
              </a:solidFill>
              <a:latin typeface="Times New Roman" panose="02020603050405020304" pitchFamily="18" charset="0"/>
              <a:ea typeface="SimSun" panose="02010600030101010101" pitchFamily="2" charset="-122"/>
            </a:endParaRPr>
          </a:p>
          <a:p>
            <a:pPr algn="ctr">
              <a:buFont typeface="Arial" panose="020B0604020202020204" pitchFamily="34" charset="0"/>
              <a:buNone/>
            </a:pPr>
            <a:endParaRPr lang="en-US" altLang="zh-CN" sz="4400" dirty="0">
              <a:solidFill>
                <a:srgbClr val="FF0000"/>
              </a:solidFill>
              <a:latin typeface="Times New Roman" panose="02020603050405020304" pitchFamily="18" charset="0"/>
              <a:ea typeface="SimSun" panose="02010600030101010101" pitchFamily="2" charset="-122"/>
            </a:endParaRPr>
          </a:p>
        </p:txBody>
      </p:sp>
      <p:sp>
        <p:nvSpPr>
          <p:cNvPr id="2" name="TextBox 1">
            <a:extLst>
              <a:ext uri="{FF2B5EF4-FFF2-40B4-BE49-F238E27FC236}">
                <a16:creationId xmlns:a16="http://schemas.microsoft.com/office/drawing/2014/main" id="{54BCAA37-A916-562D-0690-03623A870E1D}"/>
              </a:ext>
            </a:extLst>
          </p:cNvPr>
          <p:cNvSpPr txBox="1"/>
          <p:nvPr/>
        </p:nvSpPr>
        <p:spPr>
          <a:xfrm>
            <a:off x="447675" y="1298575"/>
            <a:ext cx="11017250" cy="3780522"/>
          </a:xfrm>
          <a:prstGeom prst="rect">
            <a:avLst/>
          </a:prstGeom>
          <a:noFill/>
        </p:spPr>
        <p:txBody>
          <a:bodyPr>
            <a:spAutoFit/>
          </a:bodyPr>
          <a:lstStyle/>
          <a:p>
            <a:pPr>
              <a:lnSpc>
                <a:spcPct val="150000"/>
              </a:lnSpc>
              <a:defRPr/>
            </a:pPr>
            <a:r>
              <a:rPr lang="en-US" sz="2400" dirty="0">
                <a:latin typeface="Times New Roman" panose="02020603050405020304" pitchFamily="18" charset="0"/>
                <a:cs typeface="Times New Roman" panose="02020603050405020304" pitchFamily="18" charset="0"/>
              </a:rPr>
              <a:t>Build an AI model to: </a:t>
            </a:r>
          </a:p>
          <a:p>
            <a:pPr marL="457200" indent="-457200">
              <a:lnSpc>
                <a:spcPct val="150000"/>
              </a:lnSpc>
              <a:buFont typeface="+mj-lt"/>
              <a:buAutoNum type="arabicPeriod"/>
              <a:defRPr/>
            </a:pPr>
            <a:r>
              <a:rPr lang="en-US" sz="2400" dirty="0">
                <a:latin typeface="Times New Roman" panose="02020603050405020304" pitchFamily="18" charset="0"/>
                <a:cs typeface="Times New Roman" panose="02020603050405020304" pitchFamily="18" charset="0"/>
              </a:rPr>
              <a:t>Detect early signs of Alzheimer’s and Parkinson’s. </a:t>
            </a:r>
          </a:p>
          <a:p>
            <a:pPr marL="457200" indent="-457200">
              <a:lnSpc>
                <a:spcPct val="150000"/>
              </a:lnSpc>
              <a:buFont typeface="+mj-lt"/>
              <a:buAutoNum type="arabicPeriod"/>
              <a:defRPr/>
            </a:pPr>
            <a:r>
              <a:rPr lang="en-US" sz="2400" dirty="0">
                <a:latin typeface="Times New Roman" panose="02020603050405020304" pitchFamily="18" charset="0"/>
                <a:cs typeface="Times New Roman" panose="02020603050405020304" pitchFamily="18" charset="0"/>
              </a:rPr>
              <a:t>Identify the most predictive audio features (e.g., pitch irregularity, pause duration). </a:t>
            </a:r>
          </a:p>
          <a:p>
            <a:pPr marL="457200" indent="-457200">
              <a:lnSpc>
                <a:spcPct val="150000"/>
              </a:lnSpc>
              <a:buFont typeface="+mj-lt"/>
              <a:buAutoNum type="arabicPeriod"/>
              <a:defRPr/>
            </a:pPr>
            <a:r>
              <a:rPr lang="en-US" sz="2400" dirty="0">
                <a:latin typeface="Times New Roman" panose="02020603050405020304" pitchFamily="18" charset="0"/>
                <a:cs typeface="Times New Roman" panose="02020603050405020304" pitchFamily="18" charset="0"/>
              </a:rPr>
              <a:t>Enable screening using accessible devices like smartphones. </a:t>
            </a:r>
          </a:p>
          <a:p>
            <a:pPr marL="457200" indent="-457200">
              <a:lnSpc>
                <a:spcPct val="150000"/>
              </a:lnSpc>
              <a:buFont typeface="+mj-lt"/>
              <a:buAutoNum type="arabicPeriod"/>
              <a:defRPr/>
            </a:pPr>
            <a:r>
              <a:rPr lang="en-US" sz="2400" dirty="0">
                <a:latin typeface="Times New Roman" panose="02020603050405020304" pitchFamily="18" charset="0"/>
                <a:cs typeface="Times New Roman" panose="02020603050405020304" pitchFamily="18" charset="0"/>
              </a:rPr>
              <a:t>Reduce the need for costly or invasive clinical procedures. </a:t>
            </a:r>
          </a:p>
          <a:p>
            <a:pPr marL="457200" indent="-457200">
              <a:lnSpc>
                <a:spcPct val="150000"/>
              </a:lnSpc>
              <a:buFont typeface="+mj-lt"/>
              <a:buAutoNum type="arabicPeriod"/>
              <a:defRPr/>
            </a:pPr>
            <a:r>
              <a:rPr lang="en-US" sz="2400" dirty="0">
                <a:latin typeface="Times New Roman" panose="02020603050405020304" pitchFamily="18" charset="0"/>
                <a:cs typeface="Times New Roman" panose="02020603050405020304" pitchFamily="18" charset="0"/>
              </a:rPr>
              <a:t>Assist healthcare professionals in early intervention and monitoring</a:t>
            </a:r>
          </a:p>
          <a:p>
            <a:pPr>
              <a:lnSpc>
                <a:spcPct val="150000"/>
              </a:lnSpc>
              <a:defRPr/>
            </a:pPr>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1">
            <a:extLst>
              <a:ext uri="{FF2B5EF4-FFF2-40B4-BE49-F238E27FC236}">
                <a16:creationId xmlns:a16="http://schemas.microsoft.com/office/drawing/2014/main" id="{706CC64E-8BD7-DB08-050F-E4EAE72BB1BC}"/>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a:p>
            <a:pPr>
              <a:lnSpc>
                <a:spcPct val="100000"/>
              </a:lnSpc>
              <a:spcBef>
                <a:spcPct val="0"/>
              </a:spcBef>
              <a:buFont typeface="Arial" panose="020B0604020202020204" pitchFamily="34" charset="0"/>
              <a:buNone/>
            </a:pP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E2533F5C-05AA-4672-6F8E-909AE5DDCF27}"/>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22532" name="Slide Number Placeholder 3">
            <a:extLst>
              <a:ext uri="{FF2B5EF4-FFF2-40B4-BE49-F238E27FC236}">
                <a16:creationId xmlns:a16="http://schemas.microsoft.com/office/drawing/2014/main" id="{DE398029-764A-0A57-C8C2-8A7CAFD2B87A}"/>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69475273-D4ED-4B93-A185-C10B88D24F13}"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10</a:t>
            </a:fld>
            <a:endParaRPr lang="en-IN" altLang="en-US" sz="1400">
              <a:solidFill>
                <a:srgbClr val="898989"/>
              </a:solidFill>
              <a:latin typeface="Batang" panose="02030600000101010101" pitchFamily="18" charset="-127"/>
            </a:endParaRPr>
          </a:p>
        </p:txBody>
      </p:sp>
      <p:sp>
        <p:nvSpPr>
          <p:cNvPr id="22533" name="Title 1">
            <a:extLst>
              <a:ext uri="{FF2B5EF4-FFF2-40B4-BE49-F238E27FC236}">
                <a16:creationId xmlns:a16="http://schemas.microsoft.com/office/drawing/2014/main" id="{E5C581CA-8C50-D157-7BA3-EB3E0878C7FA}"/>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Introduction</a:t>
            </a:r>
          </a:p>
        </p:txBody>
      </p:sp>
      <p:sp>
        <p:nvSpPr>
          <p:cNvPr id="24582" name="Content Placeholder 2">
            <a:extLst>
              <a:ext uri="{FF2B5EF4-FFF2-40B4-BE49-F238E27FC236}">
                <a16:creationId xmlns:a16="http://schemas.microsoft.com/office/drawing/2014/main" id="{50125FA2-2555-E767-BDFC-4C09321A2FD2}"/>
              </a:ext>
            </a:extLst>
          </p:cNvPr>
          <p:cNvSpPr txBox="1">
            <a:spLocks noChangeArrowheads="1"/>
          </p:cNvSpPr>
          <p:nvPr/>
        </p:nvSpPr>
        <p:spPr bwMode="auto">
          <a:xfrm>
            <a:off x="547688" y="1333500"/>
            <a:ext cx="11096625" cy="4811713"/>
          </a:xfrm>
          <a:prstGeom prst="rect">
            <a:avLst/>
          </a:prstGeom>
          <a:noFill/>
          <a:ln>
            <a:noFill/>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Wingdings" panose="05000000000000000000" pitchFamily="2" charset="2"/>
              <a:buNone/>
              <a:defRPr/>
            </a:pPr>
            <a:r>
              <a:rPr lang="en-US" altLang="zh-CN" sz="2600" dirty="0">
                <a:latin typeface="Times New Roman" panose="02020603050405020304" pitchFamily="18" charset="0"/>
                <a:ea typeface="SimSun" panose="02010600030101010101" pitchFamily="2" charset="-122"/>
              </a:rPr>
              <a:t>     </a:t>
            </a:r>
          </a:p>
          <a:p>
            <a:pPr marL="457200" indent="-457200"/>
            <a:r>
              <a:rPr lang="en-US" altLang="en-US" sz="2400" dirty="0">
                <a:latin typeface="Times New Roman"/>
                <a:ea typeface="SimSun"/>
                <a:cs typeface="Times New Roman"/>
              </a:rPr>
              <a:t>Neurological diseases often remain unnoticed until they affect daily life</a:t>
            </a:r>
          </a:p>
          <a:p>
            <a:pPr marL="457200" indent="-457200"/>
            <a:r>
              <a:rPr lang="en-US" altLang="en-US" sz="2400" dirty="0">
                <a:latin typeface="Times New Roman"/>
                <a:ea typeface="SimSun"/>
                <a:cs typeface="Times New Roman"/>
              </a:rPr>
              <a:t>System analyzes speech, voice, and breathing patterns captured through smartphones</a:t>
            </a:r>
          </a:p>
          <a:p>
            <a:pPr marL="457200" indent="-457200"/>
            <a:r>
              <a:rPr lang="en-US" altLang="en-US" sz="2400" dirty="0">
                <a:latin typeface="Times New Roman"/>
                <a:ea typeface="SimSun"/>
                <a:cs typeface="Times New Roman"/>
              </a:rPr>
              <a:t>Signal processing and AI-based feature extraction used to study sound quality and speech patterns</a:t>
            </a:r>
          </a:p>
          <a:p>
            <a:pPr marL="457200" indent="-457200"/>
            <a:r>
              <a:rPr lang="en-US" altLang="en-US" sz="2400" dirty="0">
                <a:latin typeface="Times New Roman"/>
                <a:ea typeface="SimSun"/>
                <a:cs typeface="Times New Roman"/>
              </a:rPr>
              <a:t>Enables large-scale, accessible, and cost-effective early screening and continuous monitoring</a:t>
            </a:r>
          </a:p>
          <a:p>
            <a:pPr>
              <a:buFont typeface="Arial" panose="020B0604020202020204" pitchFamily="34" charset="0"/>
              <a:buNone/>
              <a:defRPr/>
            </a:pPr>
            <a:r>
              <a:rPr lang="en-US" altLang="zh-CN" sz="2400" dirty="0">
                <a:latin typeface="Times New Roman" panose="02020603050405020304" pitchFamily="18" charset="0"/>
                <a:ea typeface="SimSun" panose="02010600030101010101" pitchFamily="2" charset="-122"/>
              </a:rPr>
              <a:t>                    </a:t>
            </a:r>
          </a:p>
          <a:p>
            <a:pPr>
              <a:buFont typeface="Arial" panose="020B0604020202020204" pitchFamily="34" charset="0"/>
              <a:buNone/>
              <a:defRPr/>
            </a:pPr>
            <a:endParaRPr lang="en-US" altLang="zh-CN" sz="2600" dirty="0">
              <a:latin typeface="Times New Roman" panose="02020603050405020304" pitchFamily="18" charset="0"/>
              <a:ea typeface="SimSun" panose="02010600030101010101" pitchFamily="2" charset="-122"/>
            </a:endParaRPr>
          </a:p>
          <a:p>
            <a:pPr>
              <a:buFont typeface="Arial" panose="020B0604020202020204" pitchFamily="34" charset="0"/>
              <a:buNone/>
              <a:defRPr/>
            </a:pPr>
            <a:r>
              <a:rPr lang="en-US" altLang="zh-CN" sz="2600" dirty="0">
                <a:latin typeface="Times New Roman" panose="02020603050405020304" pitchFamily="18" charset="0"/>
                <a:ea typeface="SimSun" panose="02010600030101010101" pitchFamily="2" charset="-122"/>
              </a:rPr>
              <a:t>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Date Placeholder 1">
            <a:extLst>
              <a:ext uri="{FF2B5EF4-FFF2-40B4-BE49-F238E27FC236}">
                <a16:creationId xmlns:a16="http://schemas.microsoft.com/office/drawing/2014/main" id="{237F8D25-6038-48A7-AAF1-80FB4D0C4C5F}"/>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AA9131EA-95F0-0977-C8D8-9F827D427B0F}"/>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24580" name="Slide Number Placeholder 3">
            <a:extLst>
              <a:ext uri="{FF2B5EF4-FFF2-40B4-BE49-F238E27FC236}">
                <a16:creationId xmlns:a16="http://schemas.microsoft.com/office/drawing/2014/main" id="{0D95947A-FD21-47F6-36DF-0501A450845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CEA18871-87BA-401A-83F1-3BB5EB7681BC}"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11</a:t>
            </a:fld>
            <a:endParaRPr lang="en-IN" altLang="en-US" sz="1400">
              <a:solidFill>
                <a:srgbClr val="898989"/>
              </a:solidFill>
              <a:latin typeface="Batang" panose="02030600000101010101" pitchFamily="18" charset="-127"/>
            </a:endParaRPr>
          </a:p>
        </p:txBody>
      </p:sp>
      <p:sp>
        <p:nvSpPr>
          <p:cNvPr id="24581" name="Title 1">
            <a:extLst>
              <a:ext uri="{FF2B5EF4-FFF2-40B4-BE49-F238E27FC236}">
                <a16:creationId xmlns:a16="http://schemas.microsoft.com/office/drawing/2014/main" id="{6369F045-1B7A-3E7D-10BF-557E91EB904C}"/>
              </a:ext>
            </a:extLst>
          </p:cNvPr>
          <p:cNvSpPr txBox="1">
            <a:spLocks noChangeArrowheads="1"/>
          </p:cNvSpPr>
          <p:nvPr/>
        </p:nvSpPr>
        <p:spPr bwMode="auto">
          <a:xfrm>
            <a:off x="457200" y="196850"/>
            <a:ext cx="11098213" cy="566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Abstract</a:t>
            </a:r>
          </a:p>
        </p:txBody>
      </p:sp>
      <p:sp>
        <p:nvSpPr>
          <p:cNvPr id="24582" name="Content Placeholder 2">
            <a:extLst>
              <a:ext uri="{FF2B5EF4-FFF2-40B4-BE49-F238E27FC236}">
                <a16:creationId xmlns:a16="http://schemas.microsoft.com/office/drawing/2014/main" id="{BFDCB0E7-1DDC-5CB2-91DC-B14A58CFC0F0}"/>
              </a:ext>
            </a:extLst>
          </p:cNvPr>
          <p:cNvSpPr txBox="1">
            <a:spLocks noChangeArrowheads="1"/>
          </p:cNvSpPr>
          <p:nvPr/>
        </p:nvSpPr>
        <p:spPr bwMode="auto">
          <a:xfrm>
            <a:off x="703263" y="1379539"/>
            <a:ext cx="11096625" cy="420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a:r>
              <a:rPr lang="en-US" sz="2400" dirty="0">
                <a:latin typeface="Times New Roman"/>
                <a:cs typeface="Times New Roman"/>
              </a:rPr>
              <a:t>Method for early detection of Alzheimer’s and Parkinson’s using speech, breathing, and voice analysis</a:t>
            </a:r>
          </a:p>
          <a:p>
            <a:pPr marL="457200" indent="-457200"/>
            <a:r>
              <a:rPr lang="en-US" sz="2400" dirty="0">
                <a:latin typeface="Times New Roman"/>
                <a:cs typeface="Times New Roman"/>
              </a:rPr>
              <a:t>Audio captured via smartphone and processed for features like MFCCs, jitter, and shimmer</a:t>
            </a:r>
          </a:p>
          <a:p>
            <a:pPr marL="457200" indent="-457200"/>
            <a:r>
              <a:rPr lang="en-US" sz="2400" dirty="0">
                <a:latin typeface="Times New Roman"/>
                <a:cs typeface="Times New Roman"/>
              </a:rPr>
              <a:t>Machine learning models (CNN, LSTM, Random Forest, </a:t>
            </a:r>
            <a:r>
              <a:rPr lang="en-US" sz="2400" dirty="0" err="1">
                <a:latin typeface="Times New Roman"/>
                <a:cs typeface="Times New Roman"/>
              </a:rPr>
              <a:t>XGBoost</a:t>
            </a:r>
            <a:r>
              <a:rPr lang="en-US" sz="2400" dirty="0">
                <a:latin typeface="Times New Roman"/>
                <a:cs typeface="Times New Roman"/>
              </a:rPr>
              <a:t>) classify Healthy, Alzheimer, and Parkinson cases</a:t>
            </a:r>
          </a:p>
          <a:p>
            <a:pPr marL="457200" indent="-457200"/>
            <a:r>
              <a:rPr lang="en-US" sz="2400" dirty="0">
                <a:latin typeface="Times New Roman"/>
                <a:cs typeface="Times New Roman"/>
              </a:rPr>
              <a:t>Provides real-time risk assessment and continuous monitoring through smartphone-based application</a:t>
            </a:r>
          </a:p>
          <a:p>
            <a:endParaRPr lang="en-US" altLang="zh-CN" sz="2400" dirty="0">
              <a:solidFill>
                <a:srgbClr val="FF0000"/>
              </a:solidFill>
              <a:latin typeface="Times New Roman" panose="02020603050405020304" pitchFamily="18" charset="0"/>
              <a:ea typeface="SimSun"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Date Placeholder 1">
            <a:extLst>
              <a:ext uri="{FF2B5EF4-FFF2-40B4-BE49-F238E27FC236}">
                <a16:creationId xmlns:a16="http://schemas.microsoft.com/office/drawing/2014/main" id="{57182B6B-BC53-892E-167E-5C0337CA83FE}"/>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579E5166-830D-7DA4-9121-11177E01B842}"/>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26628" name="Slide Number Placeholder 3">
            <a:extLst>
              <a:ext uri="{FF2B5EF4-FFF2-40B4-BE49-F238E27FC236}">
                <a16:creationId xmlns:a16="http://schemas.microsoft.com/office/drawing/2014/main" id="{ACD62D6F-251F-CB76-09A8-0980B795B6D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9377ECF2-74FF-4831-B876-15BDB5B77AD5}"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12</a:t>
            </a:fld>
            <a:endParaRPr lang="en-IN" altLang="en-US" sz="1400">
              <a:solidFill>
                <a:srgbClr val="898989"/>
              </a:solidFill>
              <a:latin typeface="Batang" panose="02030600000101010101" pitchFamily="18" charset="-127"/>
            </a:endParaRPr>
          </a:p>
        </p:txBody>
      </p:sp>
      <p:sp>
        <p:nvSpPr>
          <p:cNvPr id="26629" name="Title 1">
            <a:extLst>
              <a:ext uri="{FF2B5EF4-FFF2-40B4-BE49-F238E27FC236}">
                <a16:creationId xmlns:a16="http://schemas.microsoft.com/office/drawing/2014/main" id="{EC9CD6A5-FFAA-E8FD-A9E3-BF29A83C64A8}"/>
              </a:ext>
            </a:extLst>
          </p:cNvPr>
          <p:cNvSpPr txBox="1">
            <a:spLocks noChangeArrowheads="1"/>
          </p:cNvSpPr>
          <p:nvPr/>
        </p:nvSpPr>
        <p:spPr bwMode="auto">
          <a:xfrm>
            <a:off x="350838" y="136525"/>
            <a:ext cx="11098212"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Block Diagram</a:t>
            </a:r>
          </a:p>
        </p:txBody>
      </p:sp>
      <p:sp>
        <p:nvSpPr>
          <p:cNvPr id="26630" name="Content Placeholder 2">
            <a:extLst>
              <a:ext uri="{FF2B5EF4-FFF2-40B4-BE49-F238E27FC236}">
                <a16:creationId xmlns:a16="http://schemas.microsoft.com/office/drawing/2014/main" id="{1DA8B3C5-E265-13FD-BB2D-93B1A1E9DEFF}"/>
              </a:ext>
            </a:extLst>
          </p:cNvPr>
          <p:cNvSpPr txBox="1">
            <a:spLocks noChangeArrowheads="1"/>
          </p:cNvSpPr>
          <p:nvPr/>
        </p:nvSpPr>
        <p:spPr bwMode="auto">
          <a:xfrm>
            <a:off x="1616075" y="965200"/>
            <a:ext cx="9037638"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panose="020B0604020202020204" pitchFamily="34" charset="0"/>
              <a:buNone/>
            </a:pPr>
            <a:endParaRPr lang="en-US" altLang="zh-CN" sz="4400">
              <a:solidFill>
                <a:srgbClr val="FF0000"/>
              </a:solidFill>
              <a:latin typeface="Times New Roman" panose="02020603050405020304" pitchFamily="18" charset="0"/>
              <a:ea typeface="SimSun" panose="02010600030101010101" pitchFamily="2" charset="-122"/>
            </a:endParaRPr>
          </a:p>
          <a:p>
            <a:pPr algn="ctr">
              <a:buFont typeface="Arial" panose="020B0604020202020204" pitchFamily="34" charset="0"/>
              <a:buNone/>
            </a:pPr>
            <a:endParaRPr lang="en-US" altLang="zh-CN" sz="4400">
              <a:solidFill>
                <a:srgbClr val="FF0000"/>
              </a:solidFill>
              <a:latin typeface="Times New Roman" panose="02020603050405020304" pitchFamily="18" charset="0"/>
              <a:ea typeface="SimSun" panose="02010600030101010101" pitchFamily="2" charset="-122"/>
            </a:endParaRPr>
          </a:p>
          <a:p>
            <a:pPr algn="ctr">
              <a:buFont typeface="Arial" panose="020B0604020202020204" pitchFamily="34" charset="0"/>
              <a:buNone/>
            </a:pPr>
            <a:endParaRPr lang="en-US" altLang="zh-CN" sz="4400">
              <a:solidFill>
                <a:srgbClr val="FF0000"/>
              </a:solidFill>
              <a:latin typeface="Times New Roman" panose="02020603050405020304" pitchFamily="18" charset="0"/>
              <a:ea typeface="SimSun" panose="02010600030101010101" pitchFamily="2" charset="-122"/>
            </a:endParaRPr>
          </a:p>
        </p:txBody>
      </p:sp>
      <p:pic>
        <p:nvPicPr>
          <p:cNvPr id="2" name="Picture 1">
            <a:extLst>
              <a:ext uri="{FF2B5EF4-FFF2-40B4-BE49-F238E27FC236}">
                <a16:creationId xmlns:a16="http://schemas.microsoft.com/office/drawing/2014/main" id="{93336E5B-7663-CF06-E294-DC0582B6574E}"/>
              </a:ext>
            </a:extLst>
          </p:cNvPr>
          <p:cNvPicPr>
            <a:picLocks noChangeAspect="1"/>
          </p:cNvPicPr>
          <p:nvPr/>
        </p:nvPicPr>
        <p:blipFill>
          <a:blip r:embed="rId3"/>
          <a:stretch>
            <a:fillRect/>
          </a:stretch>
        </p:blipFill>
        <p:spPr>
          <a:xfrm>
            <a:off x="4038600" y="962376"/>
            <a:ext cx="4114799" cy="524986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Date Placeholder 1">
            <a:extLst>
              <a:ext uri="{FF2B5EF4-FFF2-40B4-BE49-F238E27FC236}">
                <a16:creationId xmlns:a16="http://schemas.microsoft.com/office/drawing/2014/main" id="{D21730DD-244B-6747-CB03-1A385F08913B}"/>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157E3B38-B89A-D4FE-EF22-8878958B9E8E}"/>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28676" name="Slide Number Placeholder 3">
            <a:extLst>
              <a:ext uri="{FF2B5EF4-FFF2-40B4-BE49-F238E27FC236}">
                <a16:creationId xmlns:a16="http://schemas.microsoft.com/office/drawing/2014/main" id="{FFC165C6-7B5B-01D4-76F0-5A4E0A54AAB0}"/>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1C88E983-20AD-421A-B008-7D5693C0B1CD}"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13</a:t>
            </a:fld>
            <a:endParaRPr lang="en-IN" altLang="en-US" sz="1400">
              <a:solidFill>
                <a:srgbClr val="898989"/>
              </a:solidFill>
              <a:latin typeface="Batang" panose="02030600000101010101" pitchFamily="18" charset="-127"/>
            </a:endParaRPr>
          </a:p>
        </p:txBody>
      </p:sp>
      <p:sp>
        <p:nvSpPr>
          <p:cNvPr id="28677" name="Title 1">
            <a:extLst>
              <a:ext uri="{FF2B5EF4-FFF2-40B4-BE49-F238E27FC236}">
                <a16:creationId xmlns:a16="http://schemas.microsoft.com/office/drawing/2014/main" id="{57E6E3BC-3A2F-B950-1921-546AAE9B9496}"/>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Explanation</a:t>
            </a:r>
          </a:p>
        </p:txBody>
      </p:sp>
      <p:sp>
        <p:nvSpPr>
          <p:cNvPr id="30726" name="Content Placeholder 2">
            <a:extLst>
              <a:ext uri="{FF2B5EF4-FFF2-40B4-BE49-F238E27FC236}">
                <a16:creationId xmlns:a16="http://schemas.microsoft.com/office/drawing/2014/main" id="{DE91C870-9806-54B3-6EBE-8F399EEE6294}"/>
              </a:ext>
            </a:extLst>
          </p:cNvPr>
          <p:cNvSpPr txBox="1">
            <a:spLocks noChangeArrowheads="1"/>
          </p:cNvSpPr>
          <p:nvPr/>
        </p:nvSpPr>
        <p:spPr bwMode="auto">
          <a:xfrm>
            <a:off x="484188" y="1025525"/>
            <a:ext cx="11098212" cy="5249863"/>
          </a:xfrm>
          <a:prstGeom prst="rect">
            <a:avLst/>
          </a:prstGeom>
          <a:noFill/>
          <a:ln>
            <a:noFill/>
          </a:ln>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342900" indent="-342900"/>
            <a:r>
              <a:rPr lang="en-US" sz="2000" dirty="0" err="1">
                <a:latin typeface="Times New Roman"/>
                <a:ea typeface="SimSun"/>
                <a:cs typeface="Arial"/>
              </a:rPr>
              <a:t>NeuroListen</a:t>
            </a:r>
            <a:r>
              <a:rPr lang="en-US" sz="2000" dirty="0">
                <a:latin typeface="Times New Roman"/>
                <a:ea typeface="SimSun"/>
                <a:cs typeface="Arial"/>
              </a:rPr>
              <a:t> is an AI-driven voice analysis system designed to detect early signs of Alzheimer’s and Parkinson’s diseases through speech.</a:t>
            </a:r>
            <a:endParaRPr lang="en-US" sz="2000" dirty="0">
              <a:latin typeface="Times New Roman"/>
              <a:cs typeface="Times New Roman"/>
            </a:endParaRPr>
          </a:p>
          <a:p>
            <a:pPr marL="342900" indent="-342900"/>
            <a:r>
              <a:rPr lang="en-US" sz="2000" dirty="0">
                <a:latin typeface="Times New Roman"/>
                <a:ea typeface="SimSun"/>
                <a:cs typeface="Arial"/>
              </a:rPr>
              <a:t>It uses advanced machine learning models to analyze voice features such as frequency, tone, and jitter-shimmer patterns, which often reflect neurodegenerative conditions.</a:t>
            </a:r>
            <a:endParaRPr lang="en-US" sz="2000" dirty="0">
              <a:latin typeface="Times New Roman"/>
              <a:cs typeface="Times New Roman"/>
            </a:endParaRPr>
          </a:p>
          <a:p>
            <a:pPr marL="342900" indent="-342900"/>
            <a:r>
              <a:rPr lang="en-US" sz="2000" dirty="0">
                <a:latin typeface="Times New Roman"/>
                <a:ea typeface="SimSun"/>
                <a:cs typeface="Arial"/>
              </a:rPr>
              <a:t>The goal is to enable non-invasive, early diagnosis using just a simple audio recording.</a:t>
            </a:r>
          </a:p>
          <a:p>
            <a:pPr marL="342900" indent="-342900"/>
            <a:r>
              <a:rPr lang="en-US" sz="2000" dirty="0">
                <a:latin typeface="Times New Roman"/>
                <a:ea typeface="SimSun"/>
                <a:cs typeface="Arial"/>
              </a:rPr>
              <a:t>Frontend: Built with </a:t>
            </a:r>
            <a:r>
              <a:rPr lang="en-US" sz="2000" dirty="0" err="1">
                <a:latin typeface="Times New Roman"/>
                <a:ea typeface="SimSun"/>
                <a:cs typeface="Arial"/>
              </a:rPr>
              <a:t>Streamlit</a:t>
            </a:r>
            <a:r>
              <a:rPr lang="en-US" sz="2000" dirty="0">
                <a:latin typeface="Times New Roman"/>
                <a:ea typeface="SimSun"/>
                <a:cs typeface="Arial"/>
              </a:rPr>
              <a:t>, allowing users to upload voice samples and view predictions and feature reports.</a:t>
            </a:r>
            <a:endParaRPr lang="en-US" sz="2000" dirty="0">
              <a:latin typeface="Times New Roman"/>
              <a:cs typeface="Arial" panose="020B0604020202020204" pitchFamily="34" charset="0"/>
            </a:endParaRPr>
          </a:p>
          <a:p>
            <a:pPr marL="342900" indent="-342900"/>
            <a:r>
              <a:rPr lang="en-US" sz="2000" dirty="0">
                <a:latin typeface="Times New Roman"/>
                <a:ea typeface="SimSun"/>
                <a:cs typeface="Arial"/>
              </a:rPr>
              <a:t>Backend: Uses Python (</a:t>
            </a:r>
            <a:r>
              <a:rPr lang="en-US" sz="2000" dirty="0" err="1">
                <a:latin typeface="Times New Roman"/>
                <a:ea typeface="SimSun"/>
                <a:cs typeface="Arial"/>
              </a:rPr>
              <a:t>Librosa</a:t>
            </a:r>
            <a:r>
              <a:rPr lang="en-US" sz="2000" dirty="0">
                <a:latin typeface="Times New Roman"/>
                <a:ea typeface="SimSun"/>
                <a:cs typeface="Arial"/>
              </a:rPr>
              <a:t>, Scikit-learn, Pandas) for signal processing, feature extraction, and model inference.</a:t>
            </a:r>
            <a:endParaRPr lang="en-US" sz="2000" dirty="0">
              <a:latin typeface="Times New Roman"/>
              <a:cs typeface="Arial" panose="020B0604020202020204" pitchFamily="34" charset="0"/>
            </a:endParaRPr>
          </a:p>
          <a:p>
            <a:pPr marL="342900" indent="-342900"/>
            <a:r>
              <a:rPr lang="en-US" sz="2000" dirty="0">
                <a:latin typeface="Times New Roman"/>
                <a:ea typeface="SimSun"/>
                <a:cs typeface="Arial"/>
              </a:rPr>
              <a:t>Model: Pre-trained Random Forest / Decision Tree classifier trained on voice datasets with extracted features like MFCCs, Deltas, Jitter, and Shimmer.</a:t>
            </a:r>
            <a:endParaRPr lang="en-US" sz="2000" dirty="0">
              <a:latin typeface="Times New Roman"/>
              <a:cs typeface="Arial" panose="020B0604020202020204" pitchFamily="34" charset="0"/>
            </a:endParaRPr>
          </a:p>
          <a:p>
            <a:pPr marL="342900" indent="-342900"/>
            <a:r>
              <a:rPr lang="en-US" sz="2000" dirty="0">
                <a:latin typeface="Times New Roman"/>
                <a:ea typeface="SimSun"/>
                <a:cs typeface="Arial"/>
              </a:rPr>
              <a:t>Output: Displays prediction results, probability graphs, and generates a downloadable PDF report summarizing extracted features.</a:t>
            </a:r>
            <a:endParaRPr lang="en-US" sz="2000" dirty="0">
              <a:latin typeface="Times New Roman"/>
              <a:cs typeface="Arial" panose="020B0604020202020204" pitchFamily="34" charset="0"/>
            </a:endParaRPr>
          </a:p>
          <a:p>
            <a:pPr>
              <a:buNone/>
            </a:pPr>
            <a:endParaRPr lang="en-US" sz="2000" dirty="0">
              <a:latin typeface="Times New Roman"/>
              <a:cs typeface="Arial"/>
            </a:endParaRPr>
          </a:p>
          <a:p>
            <a:pPr marL="285750" indent="-285750">
              <a:defRPr/>
            </a:pPr>
            <a:endParaRPr lang="en-US" altLang="zh-CN" sz="2000" dirty="0">
              <a:latin typeface="Arial" panose="020B0604020202020204" pitchFamily="34" charset="0"/>
              <a:ea typeface="SimSun" panose="02010600030101010101" pitchFamily="2" charset="-122"/>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Date Placeholder 1">
            <a:extLst>
              <a:ext uri="{FF2B5EF4-FFF2-40B4-BE49-F238E27FC236}">
                <a16:creationId xmlns:a16="http://schemas.microsoft.com/office/drawing/2014/main" id="{54CB4D8F-3C7F-B4E1-37EF-AE9F0B624275}"/>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596B2F04-55A6-8AB7-3E54-FBD032F84B4F}"/>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0724" name="Slide Number Placeholder 3">
            <a:extLst>
              <a:ext uri="{FF2B5EF4-FFF2-40B4-BE49-F238E27FC236}">
                <a16:creationId xmlns:a16="http://schemas.microsoft.com/office/drawing/2014/main" id="{71AA4D80-DFFA-61E4-307E-AA9798AB7D7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7EEEE19B-295A-427E-9BCA-93E1CEC30C58}"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14</a:t>
            </a:fld>
            <a:endParaRPr lang="en-IN" altLang="en-US" sz="1400">
              <a:solidFill>
                <a:srgbClr val="898989"/>
              </a:solidFill>
              <a:latin typeface="Batang" panose="02030600000101010101" pitchFamily="18" charset="-127"/>
            </a:endParaRPr>
          </a:p>
        </p:txBody>
      </p:sp>
      <p:sp>
        <p:nvSpPr>
          <p:cNvPr id="30725" name="Title 1">
            <a:extLst>
              <a:ext uri="{FF2B5EF4-FFF2-40B4-BE49-F238E27FC236}">
                <a16:creationId xmlns:a16="http://schemas.microsoft.com/office/drawing/2014/main" id="{875F8CC8-96C1-CCD0-5536-4B79E6C5778A}"/>
              </a:ext>
            </a:extLst>
          </p:cNvPr>
          <p:cNvSpPr txBox="1">
            <a:spLocks noChangeArrowheads="1"/>
          </p:cNvSpPr>
          <p:nvPr/>
        </p:nvSpPr>
        <p:spPr bwMode="auto">
          <a:xfrm>
            <a:off x="381000" y="381000"/>
            <a:ext cx="1109821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400">
                <a:latin typeface="Times New Roman" panose="02020603050405020304" pitchFamily="18" charset="0"/>
                <a:ea typeface="SimSun" panose="02010600030101010101" pitchFamily="2" charset="-122"/>
              </a:rPr>
              <a:t>Hardware / Software Details</a:t>
            </a:r>
          </a:p>
        </p:txBody>
      </p:sp>
      <p:sp>
        <p:nvSpPr>
          <p:cNvPr id="2" name="Content Placeholder 2">
            <a:extLst>
              <a:ext uri="{FF2B5EF4-FFF2-40B4-BE49-F238E27FC236}">
                <a16:creationId xmlns:a16="http://schemas.microsoft.com/office/drawing/2014/main" id="{E37485A5-4D23-0D23-458D-9FB38B797F38}"/>
              </a:ext>
            </a:extLst>
          </p:cNvPr>
          <p:cNvSpPr txBox="1"/>
          <p:nvPr/>
        </p:nvSpPr>
        <p:spPr>
          <a:xfrm>
            <a:off x="381215" y="1612471"/>
            <a:ext cx="11098212" cy="4280329"/>
          </a:xfrm>
          <a:prstGeom prst="rect">
            <a:avLst/>
          </a:prstGeom>
          <a:noFill/>
          <a:ln w="9525">
            <a:noFill/>
          </a:ln>
        </p:spPr>
        <p:txBody>
          <a:bodyPr lIns="91440" tIns="45720" rIns="91440" bIns="45720" anchor="t"/>
          <a:lstStyle/>
          <a:p>
            <a:pPr algn="l" eaLnBrk="0" hangingPunct="0">
              <a:lnSpc>
                <a:spcPct val="90000"/>
              </a:lnSpc>
              <a:spcBef>
                <a:spcPts val="1000"/>
              </a:spcBef>
              <a:buFont typeface="Arial" panose="020B0604020202020204" pitchFamily="34" charset="0"/>
            </a:pPr>
            <a:r>
              <a:rPr lang="en-US" altLang="en-US" sz="2800">
                <a:solidFill>
                  <a:schemeClr val="tx1"/>
                </a:solidFill>
                <a:latin typeface="Times New Roman" panose="02020603050405020304" pitchFamily="18" charset="0"/>
                <a:ea typeface="SimSun" panose="02010600030101010101" pitchFamily="2" charset="-122"/>
              </a:rPr>
              <a:t>                                                     </a:t>
            </a:r>
            <a:r>
              <a:rPr lang="en-US" altLang="en-US" sz="2800" b="1">
                <a:solidFill>
                  <a:schemeClr val="tx1"/>
                </a:solidFill>
                <a:latin typeface="Times New Roman" panose="02020603050405020304" pitchFamily="18" charset="0"/>
                <a:ea typeface="SimSun" panose="02010600030101010101" pitchFamily="2" charset="-122"/>
              </a:rPr>
              <a:t>Software</a:t>
            </a:r>
            <a:endParaRPr lang="en-US" altLang="en-US" sz="2800">
              <a:solidFill>
                <a:schemeClr val="tx1"/>
              </a:solidFill>
              <a:latin typeface="Times New Roman" panose="02020603050405020304" pitchFamily="18" charset="0"/>
              <a:ea typeface="SimSun" panose="02010600030101010101" pitchFamily="2" charset="-122"/>
            </a:endParaRPr>
          </a:p>
          <a:p>
            <a:pPr marL="457200" indent="-457200" algn="l" eaLnBrk="0" hangingPunct="0">
              <a:lnSpc>
                <a:spcPct val="90000"/>
              </a:lnSpc>
              <a:spcBef>
                <a:spcPts val="1000"/>
              </a:spcBef>
              <a:buFont typeface="Arial" panose="020B0604020202020204" pitchFamily="34" charset="0"/>
              <a:buChar char="•"/>
            </a:pPr>
            <a:r>
              <a:rPr lang="en-US" altLang="en-US" sz="2400">
                <a:latin typeface="Times New Roman"/>
                <a:ea typeface="SimSun"/>
                <a:cs typeface="Times New Roman"/>
              </a:rPr>
              <a:t>Python with </a:t>
            </a:r>
            <a:r>
              <a:rPr lang="en-US" altLang="en-US" sz="2400" err="1">
                <a:latin typeface="Times New Roman"/>
                <a:ea typeface="SimSun"/>
                <a:cs typeface="Times New Roman"/>
              </a:rPr>
              <a:t>Librosa</a:t>
            </a:r>
            <a:r>
              <a:rPr lang="en-US" altLang="en-US" sz="2400">
                <a:latin typeface="Times New Roman"/>
                <a:ea typeface="SimSun"/>
                <a:cs typeface="Times New Roman"/>
              </a:rPr>
              <a:t>, TensorFlow/</a:t>
            </a:r>
            <a:r>
              <a:rPr lang="en-US" altLang="en-US" sz="2400" err="1">
                <a:latin typeface="Times New Roman"/>
                <a:ea typeface="SimSun"/>
                <a:cs typeface="Times New Roman"/>
              </a:rPr>
              <a:t>Keras</a:t>
            </a:r>
            <a:endParaRPr lang="en-US" altLang="en-US" sz="2400">
              <a:latin typeface="Times New Roman"/>
              <a:ea typeface="SimSun"/>
              <a:cs typeface="Times New Roman"/>
            </a:endParaRPr>
          </a:p>
          <a:p>
            <a:pPr marL="457200" indent="-457200" algn="l" eaLnBrk="0" hangingPunct="0">
              <a:lnSpc>
                <a:spcPct val="90000"/>
              </a:lnSpc>
              <a:spcBef>
                <a:spcPts val="1000"/>
              </a:spcBef>
              <a:buFont typeface="Arial" panose="020B0604020202020204" pitchFamily="34" charset="0"/>
              <a:buChar char="•"/>
            </a:pPr>
            <a:r>
              <a:rPr lang="en-US" altLang="en-US" sz="2400">
                <a:latin typeface="Times New Roman"/>
                <a:ea typeface="SimSun"/>
                <a:cs typeface="Times New Roman"/>
              </a:rPr>
              <a:t>Tools: </a:t>
            </a:r>
            <a:r>
              <a:rPr lang="en-US" altLang="en-US" sz="2400" err="1">
                <a:latin typeface="Times New Roman"/>
                <a:ea typeface="SimSun"/>
                <a:cs typeface="Times New Roman"/>
              </a:rPr>
              <a:t>Jupyter</a:t>
            </a:r>
            <a:r>
              <a:rPr lang="en-US" altLang="en-US" sz="2400">
                <a:latin typeface="Times New Roman"/>
                <a:ea typeface="SimSun"/>
                <a:cs typeface="Times New Roman"/>
              </a:rPr>
              <a:t> Notebook, Audacity </a:t>
            </a:r>
          </a:p>
          <a:p>
            <a:pPr marL="457200" indent="-457200" algn="l" eaLnBrk="0" hangingPunct="0">
              <a:lnSpc>
                <a:spcPct val="90000"/>
              </a:lnSpc>
              <a:spcBef>
                <a:spcPts val="1000"/>
              </a:spcBef>
              <a:buFont typeface="Arial" panose="020B0604020202020204" pitchFamily="34" charset="0"/>
              <a:buChar char="•"/>
            </a:pPr>
            <a:r>
              <a:rPr lang="en-US" altLang="en-US" sz="2400">
                <a:latin typeface="Times New Roman"/>
                <a:ea typeface="SimSun"/>
                <a:cs typeface="Times New Roman"/>
              </a:rPr>
              <a:t>ML models: CNN, LSTM, 1D-CNN</a:t>
            </a:r>
          </a:p>
          <a:p>
            <a:pPr marL="457200" indent="-457200" algn="l" eaLnBrk="0" hangingPunct="0">
              <a:lnSpc>
                <a:spcPct val="90000"/>
              </a:lnSpc>
              <a:spcBef>
                <a:spcPts val="1000"/>
              </a:spcBef>
              <a:buFont typeface="Arial" panose="020B0604020202020204" pitchFamily="34" charset="0"/>
              <a:buChar char="•"/>
            </a:pPr>
            <a:endParaRPr lang="en-US" altLang="en-US" sz="2400">
              <a:latin typeface="Times New Roman" panose="02020603050405020304" pitchFamily="18" charset="0"/>
              <a:ea typeface="SimSun" panose="02010600030101010101" pitchFamily="2" charset="-122"/>
              <a:cs typeface="Times New Roman"/>
            </a:endParaRPr>
          </a:p>
          <a:p>
            <a:pPr algn="l" eaLnBrk="0" hangingPunct="0">
              <a:lnSpc>
                <a:spcPct val="90000"/>
              </a:lnSpc>
              <a:spcBef>
                <a:spcPts val="1000"/>
              </a:spcBef>
              <a:buFont typeface="Arial" panose="020B0604020202020204" pitchFamily="34" charset="0"/>
            </a:pPr>
            <a:r>
              <a:rPr lang="en-US" altLang="en-US" sz="2800">
                <a:solidFill>
                  <a:schemeClr val="tx1"/>
                </a:solidFill>
                <a:latin typeface="Times New Roman" panose="02020603050405020304" pitchFamily="18" charset="0"/>
                <a:ea typeface="SimSun" panose="02010600030101010101" pitchFamily="2" charset="-122"/>
              </a:rPr>
              <a:t>                                                   </a:t>
            </a:r>
            <a:r>
              <a:rPr lang="en-US" altLang="en-US" sz="2800" b="1">
                <a:solidFill>
                  <a:schemeClr val="tx1"/>
                </a:solidFill>
                <a:latin typeface="Times New Roman" panose="02020603050405020304" pitchFamily="18" charset="0"/>
                <a:ea typeface="SimSun" panose="02010600030101010101" pitchFamily="2" charset="-122"/>
              </a:rPr>
              <a:t> Hardware</a:t>
            </a:r>
          </a:p>
          <a:p>
            <a:pPr marL="457200" indent="-457200" algn="l" eaLnBrk="0" hangingPunct="0">
              <a:lnSpc>
                <a:spcPct val="90000"/>
              </a:lnSpc>
              <a:spcBef>
                <a:spcPts val="1000"/>
              </a:spcBef>
              <a:buFont typeface="Arial" panose="020B0604020202020204" pitchFamily="34" charset="0"/>
              <a:buChar char="•"/>
            </a:pPr>
            <a:r>
              <a:rPr lang="en-US" altLang="en-US" sz="2400">
                <a:latin typeface="Times New Roman"/>
                <a:ea typeface="SimSun"/>
                <a:cs typeface="Times New Roman"/>
              </a:rPr>
              <a:t>Microphone / Smartphone for recording</a:t>
            </a:r>
          </a:p>
          <a:p>
            <a:pPr marL="457200" indent="-457200" algn="l" eaLnBrk="0" hangingPunct="0">
              <a:lnSpc>
                <a:spcPct val="90000"/>
              </a:lnSpc>
              <a:spcBef>
                <a:spcPts val="1000"/>
              </a:spcBef>
              <a:buFont typeface="Arial" panose="020B0604020202020204" pitchFamily="34" charset="0"/>
              <a:buChar char="•"/>
            </a:pPr>
            <a:r>
              <a:rPr lang="en-US" altLang="en-US" sz="2400">
                <a:latin typeface="Times New Roman"/>
                <a:ea typeface="SimSun"/>
                <a:cs typeface="Times New Roman"/>
              </a:rPr>
              <a:t>Laptop/PC for training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Date Placeholder 1">
            <a:extLst>
              <a:ext uri="{FF2B5EF4-FFF2-40B4-BE49-F238E27FC236}">
                <a16:creationId xmlns:a16="http://schemas.microsoft.com/office/drawing/2014/main" id="{A97140F8-183E-390B-7F49-826EC2C675DF}"/>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a:p>
            <a:pPr>
              <a:lnSpc>
                <a:spcPct val="100000"/>
              </a:lnSpc>
              <a:spcBef>
                <a:spcPct val="0"/>
              </a:spcBef>
              <a:buFont typeface="Arial" panose="020B0604020202020204" pitchFamily="34" charset="0"/>
              <a:buNone/>
            </a:pP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39773E90-D1A3-9DD3-E75B-531E52978E74}"/>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2772" name="Slide Number Placeholder 3">
            <a:extLst>
              <a:ext uri="{FF2B5EF4-FFF2-40B4-BE49-F238E27FC236}">
                <a16:creationId xmlns:a16="http://schemas.microsoft.com/office/drawing/2014/main" id="{25C92856-3596-05B9-1E35-57AD59B8EA6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2681C583-5B4F-4DA1-8144-49BD92FD3D7B}"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15</a:t>
            </a:fld>
            <a:endParaRPr lang="en-IN" altLang="en-US" sz="1400">
              <a:solidFill>
                <a:srgbClr val="898989"/>
              </a:solidFill>
              <a:latin typeface="Batang" panose="02030600000101010101" pitchFamily="18" charset="-127"/>
            </a:endParaRPr>
          </a:p>
        </p:txBody>
      </p:sp>
      <p:sp>
        <p:nvSpPr>
          <p:cNvPr id="32773" name="Title 1">
            <a:extLst>
              <a:ext uri="{FF2B5EF4-FFF2-40B4-BE49-F238E27FC236}">
                <a16:creationId xmlns:a16="http://schemas.microsoft.com/office/drawing/2014/main" id="{96261F6F-95C1-F9F8-C386-C5E2C53966EA}"/>
              </a:ext>
            </a:extLst>
          </p:cNvPr>
          <p:cNvSpPr txBox="1">
            <a:spLocks noChangeArrowheads="1"/>
          </p:cNvSpPr>
          <p:nvPr/>
        </p:nvSpPr>
        <p:spPr bwMode="auto">
          <a:xfrm>
            <a:off x="381000" y="381000"/>
            <a:ext cx="1109821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3200">
                <a:latin typeface="Times New Roman" panose="02020603050405020304" pitchFamily="18" charset="0"/>
                <a:ea typeface="SimSun" panose="02010600030101010101" pitchFamily="2" charset="-122"/>
              </a:rPr>
              <a:t>Methodology for the Proposed work</a:t>
            </a:r>
          </a:p>
        </p:txBody>
      </p:sp>
      <p:sp>
        <p:nvSpPr>
          <p:cNvPr id="32774" name="Content Placeholder 2">
            <a:extLst>
              <a:ext uri="{FF2B5EF4-FFF2-40B4-BE49-F238E27FC236}">
                <a16:creationId xmlns:a16="http://schemas.microsoft.com/office/drawing/2014/main" id="{99FAB6EE-EDEA-2B0F-D24F-0FFD16653E0E}"/>
              </a:ext>
            </a:extLst>
          </p:cNvPr>
          <p:cNvSpPr txBox="1">
            <a:spLocks noChangeArrowheads="1"/>
          </p:cNvSpPr>
          <p:nvPr/>
        </p:nvSpPr>
        <p:spPr bwMode="auto">
          <a:xfrm>
            <a:off x="554038" y="1608138"/>
            <a:ext cx="11098212" cy="413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Wingdings" panose="020B0604020202020204" pitchFamily="34" charset="0"/>
              <a:buChar char="Ø"/>
            </a:pPr>
            <a:r>
              <a:rPr lang="en-US" sz="2400" dirty="0">
                <a:latin typeface="Times New Roman"/>
                <a:ea typeface="SimSun"/>
                <a:cs typeface="Arial"/>
              </a:rPr>
              <a:t>Collect and preprocess voice recordings from users to remove background noise and normalize audio.</a:t>
            </a:r>
            <a:endParaRPr lang="en-US" sz="2400" dirty="0">
              <a:latin typeface="Times New Roman"/>
              <a:cs typeface="Times New Roman"/>
            </a:endParaRPr>
          </a:p>
          <a:p>
            <a:pPr>
              <a:buFont typeface="Wingdings" panose="020B0604020202020204" pitchFamily="34" charset="0"/>
              <a:buChar char="Ø"/>
            </a:pPr>
            <a:r>
              <a:rPr lang="en-US" sz="2400" dirty="0">
                <a:latin typeface="Times New Roman"/>
                <a:ea typeface="SimSun"/>
                <a:cs typeface="Arial"/>
              </a:rPr>
              <a:t>Extract key speech features such as </a:t>
            </a:r>
            <a:r>
              <a:rPr lang="en-US" sz="2400" b="1" dirty="0">
                <a:latin typeface="Times New Roman"/>
                <a:ea typeface="SimSun"/>
                <a:cs typeface="Arial"/>
              </a:rPr>
              <a:t>MFCCs, jitter, shimmer, pitch, and spectral centroid</a:t>
            </a:r>
            <a:r>
              <a:rPr lang="en-US" sz="2400" dirty="0">
                <a:latin typeface="Times New Roman"/>
                <a:ea typeface="SimSun"/>
                <a:cs typeface="Arial"/>
              </a:rPr>
              <a:t> using </a:t>
            </a:r>
            <a:r>
              <a:rPr lang="en-US" sz="2400" b="1" dirty="0" err="1">
                <a:latin typeface="Times New Roman"/>
                <a:ea typeface="SimSun"/>
                <a:cs typeface="Arial"/>
              </a:rPr>
              <a:t>Librosa</a:t>
            </a:r>
            <a:r>
              <a:rPr lang="en-US" sz="2400" dirty="0">
                <a:latin typeface="Times New Roman"/>
                <a:ea typeface="SimSun"/>
                <a:cs typeface="Arial"/>
              </a:rPr>
              <a:t>.</a:t>
            </a:r>
            <a:endParaRPr lang="en-US" sz="2400" dirty="0">
              <a:latin typeface="Times New Roman"/>
              <a:cs typeface="Times New Roman"/>
            </a:endParaRPr>
          </a:p>
          <a:p>
            <a:pPr>
              <a:buFont typeface="Wingdings" panose="020B0604020202020204" pitchFamily="34" charset="0"/>
              <a:buChar char="Ø"/>
            </a:pPr>
            <a:r>
              <a:rPr lang="en-US" sz="2400" dirty="0">
                <a:latin typeface="Times New Roman"/>
                <a:ea typeface="SimSun"/>
                <a:cs typeface="Arial"/>
              </a:rPr>
              <a:t>Train </a:t>
            </a:r>
            <a:r>
              <a:rPr lang="en-US" sz="2400" b="1" dirty="0">
                <a:latin typeface="Times New Roman"/>
                <a:ea typeface="SimSun"/>
                <a:cs typeface="Arial"/>
              </a:rPr>
              <a:t>machine learning models</a:t>
            </a:r>
            <a:r>
              <a:rPr lang="en-US" sz="2400" dirty="0">
                <a:latin typeface="Times New Roman"/>
                <a:ea typeface="SimSun"/>
                <a:cs typeface="Arial"/>
              </a:rPr>
              <a:t> like </a:t>
            </a:r>
            <a:r>
              <a:rPr lang="en-US" sz="2400" b="1" dirty="0">
                <a:latin typeface="Times New Roman"/>
                <a:ea typeface="SimSun"/>
                <a:cs typeface="Arial"/>
              </a:rPr>
              <a:t>CNN, LSTM, Random Forest, and Decision Tree</a:t>
            </a:r>
            <a:r>
              <a:rPr lang="en-US" sz="2400" dirty="0">
                <a:latin typeface="Times New Roman"/>
                <a:ea typeface="SimSun"/>
                <a:cs typeface="Arial"/>
              </a:rPr>
              <a:t> for accurate disease detection.</a:t>
            </a:r>
            <a:endParaRPr lang="en-US" sz="2400" dirty="0">
              <a:latin typeface="Times New Roman"/>
              <a:cs typeface="Times New Roman"/>
            </a:endParaRPr>
          </a:p>
          <a:p>
            <a:pPr>
              <a:buFont typeface="Wingdings" panose="020B0604020202020204" pitchFamily="34" charset="0"/>
              <a:buChar char="Ø"/>
            </a:pPr>
            <a:r>
              <a:rPr lang="en-US" sz="2400" dirty="0">
                <a:latin typeface="Times New Roman"/>
                <a:ea typeface="SimSun"/>
                <a:cs typeface="Arial"/>
              </a:rPr>
              <a:t>Implement a </a:t>
            </a:r>
            <a:r>
              <a:rPr lang="en-US" sz="2400" b="1" dirty="0" err="1">
                <a:latin typeface="Times New Roman"/>
                <a:ea typeface="SimSun"/>
                <a:cs typeface="Arial"/>
              </a:rPr>
              <a:t>Streamlit</a:t>
            </a:r>
            <a:r>
              <a:rPr lang="en-US" sz="2400" b="1" dirty="0">
                <a:latin typeface="Times New Roman"/>
                <a:ea typeface="SimSun"/>
                <a:cs typeface="Arial"/>
              </a:rPr>
              <a:t>-based user interface</a:t>
            </a:r>
            <a:r>
              <a:rPr lang="en-US" sz="2400" dirty="0">
                <a:latin typeface="Times New Roman"/>
                <a:ea typeface="SimSun"/>
                <a:cs typeface="Arial"/>
              </a:rPr>
              <a:t> for easy audio upload, analysis, and visualization.</a:t>
            </a:r>
            <a:endParaRPr lang="en-US" sz="2400" dirty="0">
              <a:latin typeface="Times New Roman"/>
              <a:cs typeface="Times New Roman"/>
            </a:endParaRPr>
          </a:p>
          <a:p>
            <a:pPr>
              <a:buFont typeface="Wingdings" panose="020B0604020202020204" pitchFamily="34" charset="0"/>
              <a:buChar char="Ø"/>
            </a:pPr>
            <a:r>
              <a:rPr lang="en-US" sz="2400" dirty="0">
                <a:latin typeface="Times New Roman"/>
                <a:ea typeface="SimSun"/>
                <a:cs typeface="Arial"/>
              </a:rPr>
              <a:t>Evaluate system performance using metrics such as </a:t>
            </a:r>
            <a:r>
              <a:rPr lang="en-US" sz="2400" b="1" dirty="0">
                <a:latin typeface="Times New Roman"/>
                <a:ea typeface="SimSun"/>
                <a:cs typeface="Arial"/>
              </a:rPr>
              <a:t>accuracy, precision, recall, and F1-score</a:t>
            </a:r>
            <a:r>
              <a:rPr lang="en-US" sz="2400" dirty="0">
                <a:latin typeface="Times New Roman"/>
                <a:ea typeface="SimSun"/>
                <a:cs typeface="Arial"/>
              </a:rPr>
              <a:t> to ensure reliability.</a:t>
            </a:r>
            <a:endParaRPr lang="en-US" sz="2400" dirty="0">
              <a:latin typeface="Times New Roman"/>
              <a:cs typeface="Times New Roman"/>
            </a:endParaRPr>
          </a:p>
          <a:p>
            <a:pPr>
              <a:buFont typeface="Wingdings" panose="020B0604020202020204" pitchFamily="34" charset="0"/>
              <a:buChar char="Ø"/>
            </a:pPr>
            <a:r>
              <a:rPr lang="en-US" sz="2400" dirty="0">
                <a:latin typeface="Times New Roman"/>
                <a:ea typeface="SimSun"/>
                <a:cs typeface="Arial"/>
              </a:rPr>
              <a:t>Continuously update the model using </a:t>
            </a:r>
            <a:r>
              <a:rPr lang="en-US" sz="2400" b="1" dirty="0">
                <a:latin typeface="Times New Roman"/>
                <a:ea typeface="SimSun"/>
                <a:cs typeface="Arial"/>
              </a:rPr>
              <a:t>new data samples</a:t>
            </a:r>
            <a:r>
              <a:rPr lang="en-US" sz="2400" dirty="0">
                <a:latin typeface="Times New Roman"/>
                <a:ea typeface="SimSun"/>
                <a:cs typeface="Arial"/>
              </a:rPr>
              <a:t> to improve adaptability and accuracy.</a:t>
            </a:r>
            <a:endParaRPr lang="en-US" sz="2400" dirty="0">
              <a:latin typeface="Times New Roman"/>
              <a:cs typeface="Times New Roman"/>
            </a:endParaRPr>
          </a:p>
          <a:p>
            <a:pPr marL="0" indent="0">
              <a:buNone/>
            </a:pPr>
            <a:endParaRPr lang="en-US" altLang="zh-CN" sz="2000" b="1" dirty="0">
              <a:latin typeface="Arial" panose="020B0604020202020204" pitchFamily="34" charset="0"/>
              <a:ea typeface="SimSun" panose="02010600030101010101" pitchFamily="2" charset="-122"/>
              <a:cs typeface="Arial" panose="020B0604020202020204" pitchFamily="3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7DD607-A9CD-ADFC-D1AF-DB24E3D66C30}"/>
            </a:ext>
          </a:extLst>
        </p:cNvPr>
        <p:cNvGrpSpPr/>
        <p:nvPr/>
      </p:nvGrpSpPr>
      <p:grpSpPr>
        <a:xfrm>
          <a:off x="0" y="0"/>
          <a:ext cx="0" cy="0"/>
          <a:chOff x="0" y="0"/>
          <a:chExt cx="0" cy="0"/>
        </a:xfrm>
      </p:grpSpPr>
      <p:sp>
        <p:nvSpPr>
          <p:cNvPr id="32770" name="Date Placeholder 1">
            <a:extLst>
              <a:ext uri="{FF2B5EF4-FFF2-40B4-BE49-F238E27FC236}">
                <a16:creationId xmlns:a16="http://schemas.microsoft.com/office/drawing/2014/main" id="{497E4275-B3BC-915A-0442-FBCB82E8C109}"/>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a:p>
            <a:pPr>
              <a:lnSpc>
                <a:spcPct val="100000"/>
              </a:lnSpc>
              <a:spcBef>
                <a:spcPct val="0"/>
              </a:spcBef>
              <a:buFont typeface="Arial" panose="020B0604020202020204" pitchFamily="34" charset="0"/>
              <a:buNone/>
            </a:pP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B6266BE7-26DA-955B-5A9F-94CCCB1E71CA}"/>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2772" name="Slide Number Placeholder 3">
            <a:extLst>
              <a:ext uri="{FF2B5EF4-FFF2-40B4-BE49-F238E27FC236}">
                <a16:creationId xmlns:a16="http://schemas.microsoft.com/office/drawing/2014/main" id="{DC6B7D99-EEED-7139-D148-37C5EE26CBC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2681C583-5B4F-4DA1-8144-49BD92FD3D7B}"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16</a:t>
            </a:fld>
            <a:endParaRPr lang="en-IN" altLang="en-US" sz="1400">
              <a:solidFill>
                <a:srgbClr val="898989"/>
              </a:solidFill>
              <a:latin typeface="Batang" panose="02030600000101010101" pitchFamily="18" charset="-127"/>
            </a:endParaRPr>
          </a:p>
        </p:txBody>
      </p:sp>
      <p:sp>
        <p:nvSpPr>
          <p:cNvPr id="32773" name="Title 1">
            <a:extLst>
              <a:ext uri="{FF2B5EF4-FFF2-40B4-BE49-F238E27FC236}">
                <a16:creationId xmlns:a16="http://schemas.microsoft.com/office/drawing/2014/main" id="{C462B947-BB68-219E-6169-45118BF126F4}"/>
              </a:ext>
            </a:extLst>
          </p:cNvPr>
          <p:cNvSpPr txBox="1">
            <a:spLocks noChangeArrowheads="1"/>
          </p:cNvSpPr>
          <p:nvPr/>
        </p:nvSpPr>
        <p:spPr bwMode="auto">
          <a:xfrm>
            <a:off x="381000" y="381000"/>
            <a:ext cx="1109821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3200">
                <a:latin typeface="Times New Roman" panose="02020603050405020304" pitchFamily="18" charset="0"/>
                <a:ea typeface="SimSun" panose="02010600030101010101" pitchFamily="2" charset="-122"/>
              </a:rPr>
              <a:t>Methodology for the Proposed work</a:t>
            </a:r>
          </a:p>
        </p:txBody>
      </p:sp>
      <p:sp>
        <p:nvSpPr>
          <p:cNvPr id="32774" name="Content Placeholder 2">
            <a:extLst>
              <a:ext uri="{FF2B5EF4-FFF2-40B4-BE49-F238E27FC236}">
                <a16:creationId xmlns:a16="http://schemas.microsoft.com/office/drawing/2014/main" id="{FAB6C03B-6C4C-E3D9-9592-E87DE593367D}"/>
              </a:ext>
            </a:extLst>
          </p:cNvPr>
          <p:cNvSpPr txBox="1">
            <a:spLocks noChangeArrowheads="1"/>
          </p:cNvSpPr>
          <p:nvPr/>
        </p:nvSpPr>
        <p:spPr bwMode="auto">
          <a:xfrm>
            <a:off x="554038" y="1608138"/>
            <a:ext cx="11098212" cy="413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a:buFont typeface="Wingdings" panose="020B0604020202020204" pitchFamily="34" charset="0"/>
              <a:buChar char="Ø"/>
            </a:pPr>
            <a:r>
              <a:rPr lang="en-US" sz="2400" dirty="0">
                <a:latin typeface="Times New Roman"/>
                <a:ea typeface="SimSun"/>
                <a:cs typeface="Arial"/>
              </a:rPr>
              <a:t>The system effectively detects early signs of Alzheimer’s and Parkinson’s with </a:t>
            </a:r>
            <a:r>
              <a:rPr lang="en-US" sz="2400" b="1" dirty="0">
                <a:latin typeface="Times New Roman"/>
                <a:ea typeface="SimSun"/>
                <a:cs typeface="Arial"/>
              </a:rPr>
              <a:t>high accuracy</a:t>
            </a:r>
            <a:r>
              <a:rPr lang="en-US" sz="2400" dirty="0">
                <a:latin typeface="Times New Roman"/>
                <a:ea typeface="SimSun"/>
                <a:cs typeface="Arial"/>
              </a:rPr>
              <a:t>.</a:t>
            </a:r>
            <a:endParaRPr lang="en-US" sz="2400" dirty="0">
              <a:latin typeface="Times New Roman"/>
              <a:cs typeface="Times New Roman"/>
            </a:endParaRPr>
          </a:p>
          <a:p>
            <a:pPr marL="457200" indent="-457200">
              <a:buFont typeface="Wingdings" panose="020B0604020202020204" pitchFamily="34" charset="0"/>
              <a:buChar char="Ø"/>
            </a:pPr>
            <a:r>
              <a:rPr lang="en-US" sz="2400" dirty="0">
                <a:latin typeface="Times New Roman"/>
                <a:ea typeface="SimSun"/>
                <a:cs typeface="Arial"/>
              </a:rPr>
              <a:t>Visual confidence graphs and reports help doctors interpret results clearly.</a:t>
            </a:r>
            <a:endParaRPr lang="en-US" sz="2400" dirty="0">
              <a:latin typeface="Times New Roman"/>
              <a:cs typeface="Times New Roman"/>
            </a:endParaRPr>
          </a:p>
          <a:p>
            <a:pPr marL="457200" indent="-457200">
              <a:buFont typeface="Wingdings" panose="020B0604020202020204" pitchFamily="34" charset="0"/>
              <a:buChar char="Ø"/>
            </a:pPr>
            <a:r>
              <a:rPr lang="en-US" sz="2400" dirty="0">
                <a:latin typeface="Times New Roman"/>
                <a:ea typeface="SimSun"/>
                <a:cs typeface="Arial"/>
              </a:rPr>
              <a:t>The interface supports </a:t>
            </a:r>
            <a:r>
              <a:rPr lang="en-US" sz="2400" b="1" dirty="0">
                <a:latin typeface="Times New Roman"/>
                <a:ea typeface="SimSun"/>
                <a:cs typeface="Arial"/>
              </a:rPr>
              <a:t>real-time, remote screening</a:t>
            </a:r>
            <a:r>
              <a:rPr lang="en-US" sz="2400" dirty="0">
                <a:latin typeface="Times New Roman"/>
                <a:ea typeface="SimSun"/>
                <a:cs typeface="Arial"/>
              </a:rPr>
              <a:t>, aiding telemedicine.</a:t>
            </a:r>
            <a:endParaRPr lang="en-US" sz="2400" dirty="0">
              <a:latin typeface="Times New Roman"/>
              <a:cs typeface="Times New Roman"/>
            </a:endParaRPr>
          </a:p>
          <a:p>
            <a:pPr marL="457200" indent="-457200">
              <a:buFont typeface="Wingdings" panose="020B0604020202020204" pitchFamily="34" charset="0"/>
              <a:buChar char="Ø"/>
            </a:pPr>
            <a:r>
              <a:rPr lang="en-US" sz="2400" dirty="0">
                <a:latin typeface="Times New Roman"/>
                <a:ea typeface="SimSun"/>
                <a:cs typeface="Arial"/>
              </a:rPr>
              <a:t>Integration of </a:t>
            </a:r>
            <a:r>
              <a:rPr lang="en-US" sz="2400" b="1" dirty="0">
                <a:latin typeface="Times New Roman"/>
                <a:ea typeface="SimSun"/>
                <a:cs typeface="Arial"/>
              </a:rPr>
              <a:t>deep learning (CNN/RNN)</a:t>
            </a:r>
            <a:r>
              <a:rPr lang="en-US" sz="2400" dirty="0">
                <a:latin typeface="Times New Roman"/>
                <a:ea typeface="SimSun"/>
                <a:cs typeface="Arial"/>
              </a:rPr>
              <a:t> can further improve performance.</a:t>
            </a:r>
            <a:endParaRPr lang="en-US" sz="2400" dirty="0">
              <a:latin typeface="Times New Roman"/>
              <a:cs typeface="Times New Roman"/>
            </a:endParaRPr>
          </a:p>
          <a:p>
            <a:pPr marL="457200" indent="-457200">
              <a:buFont typeface="Wingdings" panose="020B0604020202020204" pitchFamily="34" charset="0"/>
              <a:buChar char="Ø"/>
            </a:pPr>
            <a:r>
              <a:rPr lang="en-US" sz="2400" dirty="0">
                <a:latin typeface="Times New Roman"/>
                <a:ea typeface="SimSun"/>
                <a:cs typeface="Arial"/>
              </a:rPr>
              <a:t>Expansion to </a:t>
            </a:r>
            <a:r>
              <a:rPr lang="en-US" sz="2400" b="1" dirty="0">
                <a:latin typeface="Times New Roman"/>
                <a:ea typeface="SimSun"/>
                <a:cs typeface="Arial"/>
              </a:rPr>
              <a:t>multi-language and large datasets</a:t>
            </a:r>
            <a:r>
              <a:rPr lang="en-US" sz="2400" dirty="0">
                <a:latin typeface="Times New Roman"/>
                <a:ea typeface="SimSun"/>
                <a:cs typeface="Arial"/>
              </a:rPr>
              <a:t> will increase robustness.</a:t>
            </a:r>
            <a:endParaRPr lang="en-US" sz="2400" dirty="0">
              <a:latin typeface="Times New Roman"/>
              <a:cs typeface="Times New Roman"/>
            </a:endParaRPr>
          </a:p>
          <a:p>
            <a:pPr marL="457200" indent="-457200">
              <a:buFont typeface="Wingdings" panose="020B0604020202020204" pitchFamily="34" charset="0"/>
              <a:buChar char="Ø"/>
            </a:pPr>
            <a:r>
              <a:rPr lang="en-US" sz="2400" dirty="0">
                <a:latin typeface="Times New Roman"/>
                <a:ea typeface="SimSun"/>
                <a:cs typeface="Arial"/>
              </a:rPr>
              <a:t>Future versions will include </a:t>
            </a:r>
            <a:r>
              <a:rPr lang="en-US" sz="2400" b="1" dirty="0">
                <a:latin typeface="Times New Roman"/>
                <a:ea typeface="SimSun"/>
                <a:cs typeface="Arial"/>
              </a:rPr>
              <a:t>mobile app and IoT connectivity</a:t>
            </a:r>
            <a:r>
              <a:rPr lang="en-US" sz="2400" dirty="0">
                <a:latin typeface="Times New Roman"/>
                <a:ea typeface="SimSun"/>
                <a:cs typeface="Arial"/>
              </a:rPr>
              <a:t> for continuous monitoring.</a:t>
            </a:r>
            <a:endParaRPr lang="en-US" sz="2400" dirty="0">
              <a:latin typeface="Times New Roman"/>
              <a:cs typeface="Times New Roman"/>
            </a:endParaRPr>
          </a:p>
          <a:p>
            <a:pPr marL="457200" indent="-457200">
              <a:buFont typeface="Wingdings" panose="020B0604020202020204" pitchFamily="34" charset="0"/>
              <a:buChar char="Ø"/>
            </a:pPr>
            <a:r>
              <a:rPr lang="en-US" sz="2400" dirty="0">
                <a:latin typeface="Times New Roman"/>
                <a:ea typeface="SimSun"/>
                <a:cs typeface="Arial"/>
              </a:rPr>
              <a:t>Plans to include </a:t>
            </a:r>
            <a:r>
              <a:rPr lang="en-US" sz="2400" b="1" dirty="0">
                <a:latin typeface="Times New Roman"/>
                <a:ea typeface="SimSun"/>
                <a:cs typeface="Arial"/>
              </a:rPr>
              <a:t>privacy-preserving techniques</a:t>
            </a:r>
            <a:r>
              <a:rPr lang="en-US" sz="2400" dirty="0">
                <a:latin typeface="Times New Roman"/>
                <a:ea typeface="SimSun"/>
                <a:cs typeface="Arial"/>
              </a:rPr>
              <a:t> like </a:t>
            </a:r>
            <a:r>
              <a:rPr lang="en-US" sz="2400" b="1" dirty="0">
                <a:latin typeface="Times New Roman"/>
                <a:ea typeface="SimSun"/>
                <a:cs typeface="Arial"/>
              </a:rPr>
              <a:t>federated learning</a:t>
            </a:r>
            <a:r>
              <a:rPr lang="en-US" sz="2400" dirty="0">
                <a:latin typeface="Times New Roman"/>
                <a:ea typeface="SimSun"/>
                <a:cs typeface="Arial"/>
              </a:rPr>
              <a:t> for secure model improvement.</a:t>
            </a:r>
            <a:endParaRPr lang="en-US" sz="2400" dirty="0">
              <a:latin typeface="Times New Roman"/>
              <a:cs typeface="Times New Roman"/>
            </a:endParaRPr>
          </a:p>
        </p:txBody>
      </p:sp>
    </p:spTree>
    <p:extLst>
      <p:ext uri="{BB962C8B-B14F-4D97-AF65-F5344CB8AC3E}">
        <p14:creationId xmlns:p14="http://schemas.microsoft.com/office/powerpoint/2010/main" val="30638114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1C917C-9AD9-6ACF-0B6D-ED6543183F91}"/>
            </a:ext>
          </a:extLst>
        </p:cNvPr>
        <p:cNvGrpSpPr/>
        <p:nvPr/>
      </p:nvGrpSpPr>
      <p:grpSpPr>
        <a:xfrm>
          <a:off x="0" y="0"/>
          <a:ext cx="0" cy="0"/>
          <a:chOff x="0" y="0"/>
          <a:chExt cx="0" cy="0"/>
        </a:xfrm>
      </p:grpSpPr>
      <p:sp>
        <p:nvSpPr>
          <p:cNvPr id="32770" name="Date Placeholder 1">
            <a:extLst>
              <a:ext uri="{FF2B5EF4-FFF2-40B4-BE49-F238E27FC236}">
                <a16:creationId xmlns:a16="http://schemas.microsoft.com/office/drawing/2014/main" id="{14D42286-014E-4B47-02BA-DB0F15A96C5B}"/>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a:p>
            <a:pPr>
              <a:lnSpc>
                <a:spcPct val="100000"/>
              </a:lnSpc>
              <a:spcBef>
                <a:spcPct val="0"/>
              </a:spcBef>
              <a:buFont typeface="Arial" panose="020B0604020202020204" pitchFamily="34" charset="0"/>
              <a:buNone/>
            </a:pP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D129CA4A-4310-831F-3A75-B44AEBF8094D}"/>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2772" name="Slide Number Placeholder 3">
            <a:extLst>
              <a:ext uri="{FF2B5EF4-FFF2-40B4-BE49-F238E27FC236}">
                <a16:creationId xmlns:a16="http://schemas.microsoft.com/office/drawing/2014/main" id="{656292EE-6C32-1F3E-8E4D-0C902DE59616}"/>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2681C583-5B4F-4DA1-8144-49BD92FD3D7B}"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17</a:t>
            </a:fld>
            <a:endParaRPr lang="en-IN" altLang="en-US" sz="1400">
              <a:solidFill>
                <a:srgbClr val="898989"/>
              </a:solidFill>
              <a:latin typeface="Batang" panose="02030600000101010101" pitchFamily="18" charset="-127"/>
            </a:endParaRPr>
          </a:p>
        </p:txBody>
      </p:sp>
      <p:sp>
        <p:nvSpPr>
          <p:cNvPr id="32773" name="Title 1">
            <a:extLst>
              <a:ext uri="{FF2B5EF4-FFF2-40B4-BE49-F238E27FC236}">
                <a16:creationId xmlns:a16="http://schemas.microsoft.com/office/drawing/2014/main" id="{98A04C98-DD75-EEF3-B217-BFFF79F86C3B}"/>
              </a:ext>
            </a:extLst>
          </p:cNvPr>
          <p:cNvSpPr txBox="1">
            <a:spLocks noChangeArrowheads="1"/>
          </p:cNvSpPr>
          <p:nvPr/>
        </p:nvSpPr>
        <p:spPr bwMode="auto">
          <a:xfrm>
            <a:off x="381000" y="381000"/>
            <a:ext cx="11098213" cy="83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3200">
                <a:latin typeface="Times New Roman" panose="02020603050405020304" pitchFamily="18" charset="0"/>
                <a:ea typeface="SimSun" panose="02010600030101010101" pitchFamily="2" charset="-122"/>
              </a:rPr>
              <a:t>Methodology for the Proposed work</a:t>
            </a:r>
          </a:p>
        </p:txBody>
      </p:sp>
      <p:sp>
        <p:nvSpPr>
          <p:cNvPr id="32774" name="Content Placeholder 2">
            <a:extLst>
              <a:ext uri="{FF2B5EF4-FFF2-40B4-BE49-F238E27FC236}">
                <a16:creationId xmlns:a16="http://schemas.microsoft.com/office/drawing/2014/main" id="{89FA1C0B-8FDB-ACF0-622C-16451E9B71E0}"/>
              </a:ext>
            </a:extLst>
          </p:cNvPr>
          <p:cNvSpPr txBox="1">
            <a:spLocks noChangeArrowheads="1"/>
          </p:cNvSpPr>
          <p:nvPr/>
        </p:nvSpPr>
        <p:spPr bwMode="auto">
          <a:xfrm>
            <a:off x="381001" y="1595438"/>
            <a:ext cx="11098212" cy="4132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57200" indent="-457200">
              <a:lnSpc>
                <a:spcPct val="150000"/>
              </a:lnSpc>
              <a:buFont typeface="Wingdings" panose="020B0604020202020204" pitchFamily="34" charset="0"/>
              <a:buChar char="Ø"/>
            </a:pPr>
            <a:r>
              <a:rPr lang="en-US" sz="2400" dirty="0">
                <a:latin typeface="Times New Roman"/>
                <a:ea typeface="SimSun"/>
                <a:cs typeface="Arial"/>
              </a:rPr>
              <a:t>Non-invasive and affordable alternative to traditional diagnostic tests.</a:t>
            </a:r>
            <a:endParaRPr lang="en-US" sz="2400" dirty="0">
              <a:latin typeface="Times New Roman"/>
              <a:cs typeface="Times New Roman"/>
            </a:endParaRPr>
          </a:p>
          <a:p>
            <a:pPr marL="457200" indent="-457200">
              <a:lnSpc>
                <a:spcPct val="150000"/>
              </a:lnSpc>
              <a:buFont typeface="Wingdings" panose="020B0604020202020204" pitchFamily="34" charset="0"/>
              <a:buChar char="Ø"/>
            </a:pPr>
            <a:r>
              <a:rPr lang="en-US" sz="2400" dirty="0">
                <a:latin typeface="Times New Roman"/>
                <a:ea typeface="SimSun"/>
                <a:cs typeface="Arial"/>
              </a:rPr>
              <a:t>Quick and user-friendly — suitable for both doctors and patients.</a:t>
            </a:r>
            <a:endParaRPr lang="en-US" sz="2400" dirty="0">
              <a:latin typeface="Times New Roman"/>
              <a:cs typeface="Times New Roman"/>
            </a:endParaRPr>
          </a:p>
          <a:p>
            <a:pPr marL="457200" indent="-457200">
              <a:lnSpc>
                <a:spcPct val="150000"/>
              </a:lnSpc>
              <a:buFont typeface="Wingdings" panose="020B0604020202020204" pitchFamily="34" charset="0"/>
              <a:buChar char="Ø"/>
            </a:pPr>
            <a:r>
              <a:rPr lang="en-US" sz="2400" dirty="0">
                <a:latin typeface="Times New Roman"/>
                <a:ea typeface="SimSun"/>
                <a:cs typeface="Arial"/>
              </a:rPr>
              <a:t>Portable and scalable for large-scale community health screening.</a:t>
            </a:r>
            <a:endParaRPr lang="en-US" sz="2400" dirty="0">
              <a:latin typeface="Times New Roman"/>
              <a:cs typeface="Times New Roman"/>
            </a:endParaRPr>
          </a:p>
          <a:p>
            <a:pPr marL="457200" indent="-457200">
              <a:lnSpc>
                <a:spcPct val="150000"/>
              </a:lnSpc>
              <a:buFont typeface="Wingdings" panose="020B0604020202020204" pitchFamily="34" charset="0"/>
              <a:buChar char="Ø"/>
            </a:pPr>
            <a:r>
              <a:rPr lang="en-US" sz="2400" dirty="0">
                <a:latin typeface="Times New Roman"/>
                <a:ea typeface="SimSun"/>
                <a:cs typeface="Arial"/>
              </a:rPr>
              <a:t>Enables continuous health monitoring from home.</a:t>
            </a:r>
            <a:endParaRPr lang="en-US" sz="2400" dirty="0">
              <a:latin typeface="Times New Roman"/>
              <a:cs typeface="Times New Roman"/>
            </a:endParaRPr>
          </a:p>
          <a:p>
            <a:pPr marL="457200" indent="-457200">
              <a:lnSpc>
                <a:spcPct val="150000"/>
              </a:lnSpc>
              <a:buFont typeface="Wingdings" panose="020B0604020202020204" pitchFamily="34" charset="0"/>
              <a:buChar char="Ø"/>
            </a:pPr>
            <a:r>
              <a:rPr lang="en-US" sz="2400" dirty="0">
                <a:latin typeface="Times New Roman"/>
                <a:ea typeface="SimSun"/>
                <a:cs typeface="Arial"/>
              </a:rPr>
              <a:t>Supports data-driven decision-making in neurological research and healthcare</a:t>
            </a:r>
            <a:r>
              <a:rPr lang="en-US" sz="2000" dirty="0">
                <a:latin typeface="Times New Roman"/>
                <a:ea typeface="SimSun"/>
                <a:cs typeface="Arial"/>
              </a:rPr>
              <a:t>.</a:t>
            </a:r>
            <a:endParaRPr lang="en-US" sz="2000" dirty="0">
              <a:latin typeface="Times New Roman"/>
              <a:cs typeface="Times New Roman"/>
            </a:endParaRPr>
          </a:p>
          <a:p>
            <a:pPr marL="0" indent="0">
              <a:buNone/>
            </a:pPr>
            <a:endParaRPr lang="en-US" altLang="zh-CN" sz="2000" b="1" dirty="0">
              <a:latin typeface="Arial" panose="020B0604020202020204" pitchFamily="34" charset="0"/>
              <a:ea typeface="SimSun" panose="02010600030101010101" pitchFamily="2" charset="-122"/>
              <a:cs typeface="Arial" panose="020B0604020202020204" pitchFamily="34" charset="0"/>
            </a:endParaRPr>
          </a:p>
        </p:txBody>
      </p:sp>
    </p:spTree>
    <p:extLst>
      <p:ext uri="{BB962C8B-B14F-4D97-AF65-F5344CB8AC3E}">
        <p14:creationId xmlns:p14="http://schemas.microsoft.com/office/powerpoint/2010/main" val="19143891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Date Placeholder 1">
            <a:extLst>
              <a:ext uri="{FF2B5EF4-FFF2-40B4-BE49-F238E27FC236}">
                <a16:creationId xmlns:a16="http://schemas.microsoft.com/office/drawing/2014/main" id="{73300090-EC33-BE56-1BD6-014C4E405BD0}"/>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94351F2C-B3C7-803D-5935-389B9EC76A4B}"/>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5844" name="Slide Number Placeholder 3">
            <a:extLst>
              <a:ext uri="{FF2B5EF4-FFF2-40B4-BE49-F238E27FC236}">
                <a16:creationId xmlns:a16="http://schemas.microsoft.com/office/drawing/2014/main" id="{5942692F-E514-C9F4-B21D-A780416134BE}"/>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85835A90-6507-4121-A678-BE3A193C21DE}"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18</a:t>
            </a:fld>
            <a:endParaRPr lang="en-IN" altLang="en-US" sz="1400">
              <a:solidFill>
                <a:srgbClr val="898989"/>
              </a:solidFill>
              <a:latin typeface="Batang" panose="02030600000101010101" pitchFamily="18" charset="-127"/>
            </a:endParaRPr>
          </a:p>
        </p:txBody>
      </p:sp>
      <p:sp>
        <p:nvSpPr>
          <p:cNvPr id="35845" name="Title 1">
            <a:extLst>
              <a:ext uri="{FF2B5EF4-FFF2-40B4-BE49-F238E27FC236}">
                <a16:creationId xmlns:a16="http://schemas.microsoft.com/office/drawing/2014/main" id="{313063DD-FD77-C9E9-18B4-19767EE90541}"/>
              </a:ext>
            </a:extLst>
          </p:cNvPr>
          <p:cNvSpPr txBox="1">
            <a:spLocks noChangeArrowheads="1"/>
          </p:cNvSpPr>
          <p:nvPr/>
        </p:nvSpPr>
        <p:spPr bwMode="auto">
          <a:xfrm>
            <a:off x="0" y="36988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dirty="0">
                <a:latin typeface="Times New Roman" panose="02020603050405020304" pitchFamily="18" charset="0"/>
                <a:ea typeface="SimSun" panose="02010600030101010101" pitchFamily="2" charset="-122"/>
              </a:rPr>
              <a:t>Expected Outcome</a:t>
            </a:r>
          </a:p>
        </p:txBody>
      </p:sp>
      <p:pic>
        <p:nvPicPr>
          <p:cNvPr id="2" name="Picture 1" descr="A screenshot of a computer">
            <a:extLst>
              <a:ext uri="{FF2B5EF4-FFF2-40B4-BE49-F238E27FC236}">
                <a16:creationId xmlns:a16="http://schemas.microsoft.com/office/drawing/2014/main" id="{84A3D4AB-4325-BF4E-9BD9-07B7934D1953}"/>
              </a:ext>
            </a:extLst>
          </p:cNvPr>
          <p:cNvPicPr>
            <a:picLocks noChangeAspect="1"/>
          </p:cNvPicPr>
          <p:nvPr/>
        </p:nvPicPr>
        <p:blipFill>
          <a:blip r:embed="rId3"/>
          <a:stretch>
            <a:fillRect/>
          </a:stretch>
        </p:blipFill>
        <p:spPr>
          <a:xfrm>
            <a:off x="1470338" y="1054100"/>
            <a:ext cx="8510788" cy="5105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1A3A32-E127-D854-2D53-0AF697443B58}"/>
            </a:ext>
          </a:extLst>
        </p:cNvPr>
        <p:cNvGrpSpPr/>
        <p:nvPr/>
      </p:nvGrpSpPr>
      <p:grpSpPr>
        <a:xfrm>
          <a:off x="0" y="0"/>
          <a:ext cx="0" cy="0"/>
          <a:chOff x="0" y="0"/>
          <a:chExt cx="0" cy="0"/>
        </a:xfrm>
      </p:grpSpPr>
      <p:sp>
        <p:nvSpPr>
          <p:cNvPr id="35842" name="Date Placeholder 1">
            <a:extLst>
              <a:ext uri="{FF2B5EF4-FFF2-40B4-BE49-F238E27FC236}">
                <a16:creationId xmlns:a16="http://schemas.microsoft.com/office/drawing/2014/main" id="{C24E93F9-8024-948D-B2BE-34CAF868B2F6}"/>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627D3C3D-6723-CF19-FF5C-9F204AF4A81D}"/>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5844" name="Slide Number Placeholder 3">
            <a:extLst>
              <a:ext uri="{FF2B5EF4-FFF2-40B4-BE49-F238E27FC236}">
                <a16:creationId xmlns:a16="http://schemas.microsoft.com/office/drawing/2014/main" id="{592636A7-FC2F-F8DC-7712-9A1F87F9AF99}"/>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85835A90-6507-4121-A678-BE3A193C21DE}"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19</a:t>
            </a:fld>
            <a:endParaRPr lang="en-IN" altLang="en-US" sz="1400">
              <a:solidFill>
                <a:srgbClr val="898989"/>
              </a:solidFill>
              <a:latin typeface="Batang" panose="02030600000101010101" pitchFamily="18" charset="-127"/>
            </a:endParaRPr>
          </a:p>
        </p:txBody>
      </p:sp>
      <p:sp>
        <p:nvSpPr>
          <p:cNvPr id="35845" name="Title 1">
            <a:extLst>
              <a:ext uri="{FF2B5EF4-FFF2-40B4-BE49-F238E27FC236}">
                <a16:creationId xmlns:a16="http://schemas.microsoft.com/office/drawing/2014/main" id="{4699C3DB-8886-EB0E-6BB1-7AE74B70687C}"/>
              </a:ext>
            </a:extLst>
          </p:cNvPr>
          <p:cNvSpPr txBox="1">
            <a:spLocks noChangeArrowheads="1"/>
          </p:cNvSpPr>
          <p:nvPr/>
        </p:nvSpPr>
        <p:spPr bwMode="auto">
          <a:xfrm>
            <a:off x="0" y="36988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dirty="0">
                <a:latin typeface="Times New Roman" panose="02020603050405020304" pitchFamily="18" charset="0"/>
                <a:ea typeface="SimSun" panose="02010600030101010101" pitchFamily="2" charset="-122"/>
              </a:rPr>
              <a:t>Expected Outcome</a:t>
            </a:r>
          </a:p>
        </p:txBody>
      </p:sp>
      <p:pic>
        <p:nvPicPr>
          <p:cNvPr id="4" name="Picture 3" descr="A screenshot of a computer&#10;&#10;AI-generated content may be incorrect.">
            <a:extLst>
              <a:ext uri="{FF2B5EF4-FFF2-40B4-BE49-F238E27FC236}">
                <a16:creationId xmlns:a16="http://schemas.microsoft.com/office/drawing/2014/main" id="{B57C96E8-A5F4-81F0-A33D-FDFAD96794B9}"/>
              </a:ext>
            </a:extLst>
          </p:cNvPr>
          <p:cNvPicPr>
            <a:picLocks noChangeAspect="1"/>
          </p:cNvPicPr>
          <p:nvPr/>
        </p:nvPicPr>
        <p:blipFill>
          <a:blip r:embed="rId3"/>
          <a:stretch>
            <a:fillRect/>
          </a:stretch>
        </p:blipFill>
        <p:spPr>
          <a:xfrm>
            <a:off x="1175288" y="1203326"/>
            <a:ext cx="10151391" cy="5045074"/>
          </a:xfrm>
          <a:prstGeom prst="rect">
            <a:avLst/>
          </a:prstGeom>
        </p:spPr>
      </p:pic>
    </p:spTree>
    <p:extLst>
      <p:ext uri="{BB962C8B-B14F-4D97-AF65-F5344CB8AC3E}">
        <p14:creationId xmlns:p14="http://schemas.microsoft.com/office/powerpoint/2010/main" val="25558252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DC85E-0AC6-4E2C-3B7C-566F2C783460}"/>
            </a:ext>
          </a:extLst>
        </p:cNvPr>
        <p:cNvGrpSpPr/>
        <p:nvPr/>
      </p:nvGrpSpPr>
      <p:grpSpPr>
        <a:xfrm>
          <a:off x="0" y="0"/>
          <a:ext cx="0" cy="0"/>
          <a:chOff x="0" y="0"/>
          <a:chExt cx="0" cy="0"/>
        </a:xfrm>
      </p:grpSpPr>
      <p:sp>
        <p:nvSpPr>
          <p:cNvPr id="35842" name="Date Placeholder 1">
            <a:extLst>
              <a:ext uri="{FF2B5EF4-FFF2-40B4-BE49-F238E27FC236}">
                <a16:creationId xmlns:a16="http://schemas.microsoft.com/office/drawing/2014/main" id="{A2BF6F4F-CB22-25A8-662C-A7D3DB50ED1C}"/>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4FC398D7-EB94-070C-A9C6-D4C182848E68}"/>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5844" name="Slide Number Placeholder 3">
            <a:extLst>
              <a:ext uri="{FF2B5EF4-FFF2-40B4-BE49-F238E27FC236}">
                <a16:creationId xmlns:a16="http://schemas.microsoft.com/office/drawing/2014/main" id="{35D01C2D-9DD2-FB3C-686F-D7B192412531}"/>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85835A90-6507-4121-A678-BE3A193C21DE}"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20</a:t>
            </a:fld>
            <a:endParaRPr lang="en-IN" altLang="en-US" sz="1400">
              <a:solidFill>
                <a:srgbClr val="898989"/>
              </a:solidFill>
              <a:latin typeface="Batang" panose="02030600000101010101" pitchFamily="18" charset="-127"/>
            </a:endParaRPr>
          </a:p>
        </p:txBody>
      </p:sp>
      <p:sp>
        <p:nvSpPr>
          <p:cNvPr id="35845" name="Title 1">
            <a:extLst>
              <a:ext uri="{FF2B5EF4-FFF2-40B4-BE49-F238E27FC236}">
                <a16:creationId xmlns:a16="http://schemas.microsoft.com/office/drawing/2014/main" id="{B7DF1F0E-3FB7-BF4A-54FE-17E039E90C1A}"/>
              </a:ext>
            </a:extLst>
          </p:cNvPr>
          <p:cNvSpPr txBox="1">
            <a:spLocks noChangeArrowheads="1"/>
          </p:cNvSpPr>
          <p:nvPr/>
        </p:nvSpPr>
        <p:spPr bwMode="auto">
          <a:xfrm>
            <a:off x="0" y="36988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None/>
            </a:pPr>
            <a:r>
              <a:rPr lang="en-US" altLang="zh-CN" dirty="0">
                <a:latin typeface="Times New Roman" panose="02020603050405020304" pitchFamily="18" charset="0"/>
                <a:ea typeface="SimSun" panose="02010600030101010101" pitchFamily="2" charset="-122"/>
              </a:rPr>
              <a:t>Expected Outcome</a:t>
            </a:r>
          </a:p>
          <a:p>
            <a:pPr algn="ctr">
              <a:spcBef>
                <a:spcPct val="0"/>
              </a:spcBef>
              <a:buFont typeface="Arial" panose="020B0604020202020204" pitchFamily="34" charset="0"/>
              <a:buNone/>
            </a:pPr>
            <a:endParaRPr lang="en-US" altLang="zh-CN" dirty="0">
              <a:latin typeface="Times New Roman" panose="02020603050405020304" pitchFamily="18" charset="0"/>
              <a:ea typeface="SimSun" panose="02010600030101010101" pitchFamily="2" charset="-122"/>
            </a:endParaRPr>
          </a:p>
        </p:txBody>
      </p:sp>
      <p:pic>
        <p:nvPicPr>
          <p:cNvPr id="2" name="Picture 1" descr="A screenshot of a computer&#10;&#10;AI-generated content may be incorrect.">
            <a:extLst>
              <a:ext uri="{FF2B5EF4-FFF2-40B4-BE49-F238E27FC236}">
                <a16:creationId xmlns:a16="http://schemas.microsoft.com/office/drawing/2014/main" id="{9F7D9BF4-3020-A30B-0630-1A6B4E612DAE}"/>
              </a:ext>
            </a:extLst>
          </p:cNvPr>
          <p:cNvPicPr>
            <a:picLocks noChangeAspect="1"/>
          </p:cNvPicPr>
          <p:nvPr/>
        </p:nvPicPr>
        <p:blipFill>
          <a:blip r:embed="rId3"/>
          <a:stretch>
            <a:fillRect/>
          </a:stretch>
        </p:blipFill>
        <p:spPr>
          <a:xfrm>
            <a:off x="1341549" y="1727780"/>
            <a:ext cx="9787944" cy="4520619"/>
          </a:xfrm>
          <a:prstGeom prst="rect">
            <a:avLst/>
          </a:prstGeom>
        </p:spPr>
      </p:pic>
    </p:spTree>
    <p:extLst>
      <p:ext uri="{BB962C8B-B14F-4D97-AF65-F5344CB8AC3E}">
        <p14:creationId xmlns:p14="http://schemas.microsoft.com/office/powerpoint/2010/main" val="1065241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539BF2-539F-6D0A-D301-24D43FDAB187}"/>
            </a:ext>
          </a:extLst>
        </p:cNvPr>
        <p:cNvGrpSpPr/>
        <p:nvPr/>
      </p:nvGrpSpPr>
      <p:grpSpPr>
        <a:xfrm>
          <a:off x="0" y="0"/>
          <a:ext cx="0" cy="0"/>
          <a:chOff x="0" y="0"/>
          <a:chExt cx="0" cy="0"/>
        </a:xfrm>
      </p:grpSpPr>
      <p:sp>
        <p:nvSpPr>
          <p:cNvPr id="35842" name="Date Placeholder 1">
            <a:extLst>
              <a:ext uri="{FF2B5EF4-FFF2-40B4-BE49-F238E27FC236}">
                <a16:creationId xmlns:a16="http://schemas.microsoft.com/office/drawing/2014/main" id="{7F92322C-ACC1-82F1-5D80-3F150F6146A6}"/>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985FB170-689A-9E60-9907-BBF251B32E15}"/>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35844" name="Slide Number Placeholder 3">
            <a:extLst>
              <a:ext uri="{FF2B5EF4-FFF2-40B4-BE49-F238E27FC236}">
                <a16:creationId xmlns:a16="http://schemas.microsoft.com/office/drawing/2014/main" id="{E42D4659-A07F-B42E-4545-038F5559EE62}"/>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85835A90-6507-4121-A678-BE3A193C21DE}"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21</a:t>
            </a:fld>
            <a:endParaRPr lang="en-IN" altLang="en-US" sz="1400">
              <a:solidFill>
                <a:srgbClr val="898989"/>
              </a:solidFill>
              <a:latin typeface="Batang" panose="02030600000101010101" pitchFamily="18" charset="-127"/>
            </a:endParaRPr>
          </a:p>
        </p:txBody>
      </p:sp>
      <p:sp>
        <p:nvSpPr>
          <p:cNvPr id="35845" name="Title 1">
            <a:extLst>
              <a:ext uri="{FF2B5EF4-FFF2-40B4-BE49-F238E27FC236}">
                <a16:creationId xmlns:a16="http://schemas.microsoft.com/office/drawing/2014/main" id="{65B6C8A6-01F3-2642-13F3-B7141962EFBF}"/>
              </a:ext>
            </a:extLst>
          </p:cNvPr>
          <p:cNvSpPr txBox="1">
            <a:spLocks noChangeArrowheads="1"/>
          </p:cNvSpPr>
          <p:nvPr/>
        </p:nvSpPr>
        <p:spPr bwMode="auto">
          <a:xfrm>
            <a:off x="0" y="36988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None/>
            </a:pPr>
            <a:r>
              <a:rPr lang="en-US" altLang="zh-CN" dirty="0">
                <a:latin typeface="Times New Roman" panose="02020603050405020304" pitchFamily="18" charset="0"/>
                <a:ea typeface="SimSun" panose="02010600030101010101" pitchFamily="2" charset="-122"/>
              </a:rPr>
              <a:t>Expected Outcome</a:t>
            </a:r>
          </a:p>
          <a:p>
            <a:pPr algn="ctr">
              <a:spcBef>
                <a:spcPct val="0"/>
              </a:spcBef>
              <a:buFont typeface="Arial" panose="020B0604020202020204" pitchFamily="34" charset="0"/>
              <a:buNone/>
            </a:pPr>
            <a:endParaRPr lang="en-US" altLang="zh-CN" dirty="0">
              <a:latin typeface="Times New Roman" panose="02020603050405020304" pitchFamily="18" charset="0"/>
              <a:ea typeface="SimSun" panose="02010600030101010101" pitchFamily="2" charset="-122"/>
            </a:endParaRPr>
          </a:p>
        </p:txBody>
      </p:sp>
      <p:pic>
        <p:nvPicPr>
          <p:cNvPr id="4" name="Picture 3" descr="A screenshot of a computer">
            <a:extLst>
              <a:ext uri="{FF2B5EF4-FFF2-40B4-BE49-F238E27FC236}">
                <a16:creationId xmlns:a16="http://schemas.microsoft.com/office/drawing/2014/main" id="{C0425752-C0B4-1EA1-179D-A28B43BEAEAF}"/>
              </a:ext>
            </a:extLst>
          </p:cNvPr>
          <p:cNvPicPr>
            <a:picLocks noChangeAspect="1"/>
          </p:cNvPicPr>
          <p:nvPr/>
        </p:nvPicPr>
        <p:blipFill>
          <a:blip r:embed="rId3"/>
          <a:stretch>
            <a:fillRect/>
          </a:stretch>
        </p:blipFill>
        <p:spPr>
          <a:xfrm>
            <a:off x="1084881" y="1443845"/>
            <a:ext cx="9849819" cy="4590243"/>
          </a:xfrm>
          <a:prstGeom prst="rect">
            <a:avLst/>
          </a:prstGeom>
        </p:spPr>
      </p:pic>
    </p:spTree>
    <p:extLst>
      <p:ext uri="{BB962C8B-B14F-4D97-AF65-F5344CB8AC3E}">
        <p14:creationId xmlns:p14="http://schemas.microsoft.com/office/powerpoint/2010/main" val="38212186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Date Placeholder 1">
            <a:extLst>
              <a:ext uri="{FF2B5EF4-FFF2-40B4-BE49-F238E27FC236}">
                <a16:creationId xmlns:a16="http://schemas.microsoft.com/office/drawing/2014/main" id="{E6FAEA27-1184-047C-AD16-D08942EEDA40}"/>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E7C1AB19-1635-5450-EF40-FD947737957F}"/>
              </a:ext>
            </a:extLst>
          </p:cNvPr>
          <p:cNvSpPr>
            <a:spLocks noGrp="1"/>
          </p:cNvSpPr>
          <p:nvPr>
            <p:ph type="ftr" sz="quarter" idx="11"/>
          </p:nvPr>
        </p:nvSpPr>
        <p:spPr/>
        <p:txBody>
          <a:bodyPr/>
          <a:lstStyle/>
          <a:p>
            <a:pPr>
              <a:defRPr/>
            </a:pPr>
            <a:r>
              <a:rPr lang="en-IN" dirty="0"/>
              <a:t>Batch no : 09</a:t>
            </a:r>
          </a:p>
        </p:txBody>
      </p:sp>
      <p:sp>
        <p:nvSpPr>
          <p:cNvPr id="37892" name="Slide Number Placeholder 3">
            <a:extLst>
              <a:ext uri="{FF2B5EF4-FFF2-40B4-BE49-F238E27FC236}">
                <a16:creationId xmlns:a16="http://schemas.microsoft.com/office/drawing/2014/main" id="{26ADB528-CF63-4053-12F6-7A788F611714}"/>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CBD6523A-925A-4494-B70E-BD6AC72AB47A}"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22</a:t>
            </a:fld>
            <a:endParaRPr lang="en-IN" altLang="en-US" sz="1400">
              <a:solidFill>
                <a:srgbClr val="898989"/>
              </a:solidFill>
              <a:latin typeface="Batang" panose="02030600000101010101" pitchFamily="18" charset="-127"/>
            </a:endParaRPr>
          </a:p>
        </p:txBody>
      </p:sp>
      <p:sp>
        <p:nvSpPr>
          <p:cNvPr id="37893" name="Title 1">
            <a:extLst>
              <a:ext uri="{FF2B5EF4-FFF2-40B4-BE49-F238E27FC236}">
                <a16:creationId xmlns:a16="http://schemas.microsoft.com/office/drawing/2014/main" id="{DF0BB141-285E-A04B-900A-5B4A4DFDD296}"/>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 typeface="Arial" panose="020B0604020202020204" pitchFamily="34" charset="0"/>
              <a:buNone/>
            </a:pPr>
            <a:r>
              <a:rPr lang="en-US" altLang="zh-CN" sz="4800">
                <a:latin typeface="Times New Roman" panose="02020603050405020304" pitchFamily="18" charset="0"/>
                <a:ea typeface="SimSun" panose="02010600030101010101" pitchFamily="2" charset="-122"/>
              </a:rPr>
              <a:t>                    Execution Plan</a:t>
            </a:r>
          </a:p>
        </p:txBody>
      </p:sp>
      <p:sp>
        <p:nvSpPr>
          <p:cNvPr id="37894" name="Content Placeholder 2">
            <a:extLst>
              <a:ext uri="{FF2B5EF4-FFF2-40B4-BE49-F238E27FC236}">
                <a16:creationId xmlns:a16="http://schemas.microsoft.com/office/drawing/2014/main" id="{5FA3AE6E-AABB-4BD5-F485-ED613AF9659F}"/>
              </a:ext>
            </a:extLst>
          </p:cNvPr>
          <p:cNvSpPr txBox="1">
            <a:spLocks noChangeArrowheads="1"/>
          </p:cNvSpPr>
          <p:nvPr/>
        </p:nvSpPr>
        <p:spPr bwMode="auto">
          <a:xfrm>
            <a:off x="457200" y="1339850"/>
            <a:ext cx="1112520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endParaRPr lang="en-US" altLang="zh-CN" sz="3200">
              <a:latin typeface="Times New Roman" panose="02020603050405020304" pitchFamily="18" charset="0"/>
              <a:ea typeface="SimSun" panose="02010600030101010101" pitchFamily="2" charset="-122"/>
            </a:endParaRPr>
          </a:p>
          <a:p>
            <a:endParaRPr lang="en-US" altLang="zh-CN" sz="3200">
              <a:latin typeface="Times New Roman" panose="02020603050405020304" pitchFamily="18" charset="0"/>
              <a:ea typeface="SimSun" panose="02010600030101010101" pitchFamily="2" charset="-122"/>
            </a:endParaRPr>
          </a:p>
          <a:p>
            <a:endParaRPr lang="en-US" altLang="zh-CN" sz="3200">
              <a:latin typeface="Times New Roman" panose="02020603050405020304" pitchFamily="18" charset="0"/>
              <a:ea typeface="SimSun" panose="02010600030101010101" pitchFamily="2" charset="-122"/>
            </a:endParaRPr>
          </a:p>
        </p:txBody>
      </p:sp>
      <p:sp>
        <p:nvSpPr>
          <p:cNvPr id="37895" name="Content Placeholder 2">
            <a:extLst>
              <a:ext uri="{FF2B5EF4-FFF2-40B4-BE49-F238E27FC236}">
                <a16:creationId xmlns:a16="http://schemas.microsoft.com/office/drawing/2014/main" id="{323CDBAC-73A9-E68C-8106-F46AB48FBA35}"/>
              </a:ext>
            </a:extLst>
          </p:cNvPr>
          <p:cNvSpPr txBox="1">
            <a:spLocks noChangeArrowheads="1"/>
          </p:cNvSpPr>
          <p:nvPr/>
        </p:nvSpPr>
        <p:spPr bwMode="auto">
          <a:xfrm>
            <a:off x="423863" y="949325"/>
            <a:ext cx="11098212"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buFont typeface="Arial" panose="020B0604020202020204" pitchFamily="34" charset="0"/>
              <a:buNone/>
            </a:pPr>
            <a:endParaRPr lang="en-US" altLang="zh-CN" sz="4400" dirty="0">
              <a:solidFill>
                <a:srgbClr val="FF0000"/>
              </a:solidFill>
              <a:latin typeface="Times New Roman" panose="02020603050405020304" pitchFamily="18" charset="0"/>
              <a:ea typeface="SimSun" panose="02010600030101010101" pitchFamily="2" charset="-122"/>
            </a:endParaRPr>
          </a:p>
          <a:p>
            <a:pPr algn="just">
              <a:buFont typeface="Arial" panose="020B0604020202020204" pitchFamily="34" charset="0"/>
              <a:buNone/>
            </a:pPr>
            <a:r>
              <a:rPr lang="en-US" altLang="zh-CN" sz="4000" dirty="0">
                <a:solidFill>
                  <a:srgbClr val="FF0000"/>
                </a:solidFill>
                <a:latin typeface="Times New Roman" panose="02020603050405020304" pitchFamily="18" charset="0"/>
                <a:ea typeface="SimSun" panose="02010600030101010101" pitchFamily="2" charset="-122"/>
              </a:rPr>
              <a:t>     First review --  Software 25%   completion</a:t>
            </a:r>
          </a:p>
          <a:p>
            <a:pPr algn="just">
              <a:buFont typeface="Arial" panose="020B0604020202020204" pitchFamily="34" charset="0"/>
              <a:buNone/>
            </a:pPr>
            <a:r>
              <a:rPr lang="en-US" altLang="zh-CN" sz="4000" dirty="0">
                <a:solidFill>
                  <a:srgbClr val="FF0000"/>
                </a:solidFill>
                <a:latin typeface="Times New Roman" panose="02020603050405020304" pitchFamily="18" charset="0"/>
                <a:ea typeface="SimSun" panose="02010600030101010101" pitchFamily="2" charset="-122"/>
              </a:rPr>
              <a:t>       </a:t>
            </a:r>
          </a:p>
          <a:p>
            <a:pPr algn="just">
              <a:buFont typeface="Arial" panose="020B0604020202020204" pitchFamily="34" charset="0"/>
              <a:buNone/>
            </a:pPr>
            <a:r>
              <a:rPr lang="en-US" altLang="zh-CN" sz="4000" dirty="0">
                <a:solidFill>
                  <a:srgbClr val="FF0000"/>
                </a:solidFill>
                <a:latin typeface="Times New Roman" panose="02020603050405020304" pitchFamily="18" charset="0"/>
                <a:ea typeface="SimSun" panose="02010600030101010101" pitchFamily="2" charset="-122"/>
              </a:rPr>
              <a:t>     Second review – Software  50%Completion</a:t>
            </a:r>
          </a:p>
          <a:p>
            <a:pPr algn="just">
              <a:buFont typeface="Arial" panose="020B0604020202020204" pitchFamily="34" charset="0"/>
              <a:buNone/>
            </a:pPr>
            <a:endParaRPr lang="en-US" altLang="zh-CN" sz="4000" dirty="0">
              <a:solidFill>
                <a:srgbClr val="FF0000"/>
              </a:solidFill>
              <a:latin typeface="Times New Roman" panose="02020603050405020304" pitchFamily="18" charset="0"/>
              <a:ea typeface="SimSun" panose="02010600030101010101" pitchFamily="2" charset="-122"/>
            </a:endParaRPr>
          </a:p>
          <a:p>
            <a:pPr algn="just">
              <a:buFont typeface="Arial" panose="020B0604020202020204" pitchFamily="34" charset="0"/>
              <a:buNone/>
            </a:pPr>
            <a:r>
              <a:rPr lang="en-US" altLang="zh-CN" sz="4000" dirty="0">
                <a:solidFill>
                  <a:srgbClr val="FF0000"/>
                </a:solidFill>
                <a:latin typeface="Times New Roman" panose="02020603050405020304" pitchFamily="18" charset="0"/>
                <a:ea typeface="SimSun" panose="02010600030101010101" pitchFamily="2" charset="-122"/>
              </a:rPr>
              <a:t>     Final review –Software100%completion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0501B-6759-89C1-F2AF-C11E3928FCE4}"/>
            </a:ext>
          </a:extLst>
        </p:cNvPr>
        <p:cNvGrpSpPr/>
        <p:nvPr/>
      </p:nvGrpSpPr>
      <p:grpSpPr>
        <a:xfrm>
          <a:off x="0" y="0"/>
          <a:ext cx="0" cy="0"/>
          <a:chOff x="0" y="0"/>
          <a:chExt cx="0" cy="0"/>
        </a:xfrm>
      </p:grpSpPr>
      <p:sp>
        <p:nvSpPr>
          <p:cNvPr id="37890" name="Date Placeholder 1">
            <a:extLst>
              <a:ext uri="{FF2B5EF4-FFF2-40B4-BE49-F238E27FC236}">
                <a16:creationId xmlns:a16="http://schemas.microsoft.com/office/drawing/2014/main" id="{E11412E2-B271-0160-098F-1B8B05C6DF0A}"/>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F1731251-5177-41D2-EEFB-CCCB197FB260}"/>
              </a:ext>
            </a:extLst>
          </p:cNvPr>
          <p:cNvSpPr>
            <a:spLocks noGrp="1"/>
          </p:cNvSpPr>
          <p:nvPr>
            <p:ph type="ftr" sz="quarter" idx="11"/>
          </p:nvPr>
        </p:nvSpPr>
        <p:spPr/>
        <p:txBody>
          <a:bodyPr/>
          <a:lstStyle/>
          <a:p>
            <a:pPr>
              <a:defRPr/>
            </a:pPr>
            <a:r>
              <a:rPr lang="en-IN" dirty="0"/>
              <a:t>Batch no : 09</a:t>
            </a:r>
          </a:p>
        </p:txBody>
      </p:sp>
      <p:sp>
        <p:nvSpPr>
          <p:cNvPr id="37892" name="Slide Number Placeholder 3">
            <a:extLst>
              <a:ext uri="{FF2B5EF4-FFF2-40B4-BE49-F238E27FC236}">
                <a16:creationId xmlns:a16="http://schemas.microsoft.com/office/drawing/2014/main" id="{8F776E1B-09C0-968F-9F77-06E4CE413D65}"/>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CBD6523A-925A-4494-B70E-BD6AC72AB47A}"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23</a:t>
            </a:fld>
            <a:endParaRPr lang="en-IN" altLang="en-US" sz="1400">
              <a:solidFill>
                <a:srgbClr val="898989"/>
              </a:solidFill>
              <a:latin typeface="Batang" panose="02030600000101010101" pitchFamily="18" charset="-127"/>
            </a:endParaRPr>
          </a:p>
        </p:txBody>
      </p:sp>
      <p:sp>
        <p:nvSpPr>
          <p:cNvPr id="37893" name="Title 1">
            <a:extLst>
              <a:ext uri="{FF2B5EF4-FFF2-40B4-BE49-F238E27FC236}">
                <a16:creationId xmlns:a16="http://schemas.microsoft.com/office/drawing/2014/main" id="{B005F5F4-6E47-AC31-D51E-7AAD8CA5699D}"/>
              </a:ext>
            </a:extLst>
          </p:cNvPr>
          <p:cNvSpPr txBox="1">
            <a:spLocks noChangeArrowheads="1"/>
          </p:cNvSpPr>
          <p:nvPr/>
        </p:nvSpPr>
        <p:spPr bwMode="auto">
          <a:xfrm>
            <a:off x="457200" y="274638"/>
            <a:ext cx="11098213" cy="83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a:spcBef>
                <a:spcPct val="0"/>
              </a:spcBef>
              <a:buFont typeface="Arial" panose="020B0604020202020204" pitchFamily="34" charset="0"/>
              <a:buNone/>
            </a:pPr>
            <a:r>
              <a:rPr lang="en-US" altLang="zh-CN" sz="4800" dirty="0">
                <a:latin typeface="Times New Roman" panose="02020603050405020304" pitchFamily="18" charset="0"/>
                <a:ea typeface="SimSun" panose="02010600030101010101" pitchFamily="2" charset="-122"/>
              </a:rPr>
              <a:t>References</a:t>
            </a:r>
          </a:p>
        </p:txBody>
      </p:sp>
      <p:sp>
        <p:nvSpPr>
          <p:cNvPr id="37894" name="Content Placeholder 2">
            <a:extLst>
              <a:ext uri="{FF2B5EF4-FFF2-40B4-BE49-F238E27FC236}">
                <a16:creationId xmlns:a16="http://schemas.microsoft.com/office/drawing/2014/main" id="{EEFBBE32-F01D-B7CD-F993-F1F8502E39CF}"/>
              </a:ext>
            </a:extLst>
          </p:cNvPr>
          <p:cNvSpPr txBox="1">
            <a:spLocks noChangeArrowheads="1"/>
          </p:cNvSpPr>
          <p:nvPr/>
        </p:nvSpPr>
        <p:spPr bwMode="auto">
          <a:xfrm>
            <a:off x="457200" y="1339850"/>
            <a:ext cx="11125200" cy="441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endParaRPr lang="en-US" altLang="zh-CN" sz="3200">
              <a:latin typeface="Times New Roman" panose="02020603050405020304" pitchFamily="18" charset="0"/>
              <a:ea typeface="SimSun" panose="02010600030101010101" pitchFamily="2" charset="-122"/>
            </a:endParaRPr>
          </a:p>
          <a:p>
            <a:endParaRPr lang="en-US" altLang="zh-CN" sz="3200">
              <a:latin typeface="Times New Roman" panose="02020603050405020304" pitchFamily="18" charset="0"/>
              <a:ea typeface="SimSun" panose="02010600030101010101" pitchFamily="2" charset="-122"/>
            </a:endParaRPr>
          </a:p>
          <a:p>
            <a:endParaRPr lang="en-US" altLang="zh-CN" sz="3200">
              <a:latin typeface="Times New Roman" panose="02020603050405020304" pitchFamily="18" charset="0"/>
              <a:ea typeface="SimSun" panose="02010600030101010101" pitchFamily="2" charset="-122"/>
            </a:endParaRPr>
          </a:p>
        </p:txBody>
      </p:sp>
      <p:sp>
        <p:nvSpPr>
          <p:cNvPr id="37895" name="Content Placeholder 2">
            <a:extLst>
              <a:ext uri="{FF2B5EF4-FFF2-40B4-BE49-F238E27FC236}">
                <a16:creationId xmlns:a16="http://schemas.microsoft.com/office/drawing/2014/main" id="{9345E407-C3FD-27C0-F101-0CB04084DCB8}"/>
              </a:ext>
            </a:extLst>
          </p:cNvPr>
          <p:cNvSpPr txBox="1">
            <a:spLocks noChangeArrowheads="1"/>
          </p:cNvSpPr>
          <p:nvPr/>
        </p:nvSpPr>
        <p:spPr bwMode="auto">
          <a:xfrm>
            <a:off x="423863" y="949325"/>
            <a:ext cx="11098212" cy="5249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just"/>
            <a:r>
              <a:rPr lang="en-US" sz="2000" dirty="0">
                <a:latin typeface="Times New Roman"/>
                <a:ea typeface="SimSun"/>
                <a:cs typeface="Arial"/>
              </a:rPr>
              <a:t>[1] </a:t>
            </a:r>
            <a:r>
              <a:rPr lang="en-US" sz="2000" dirty="0" err="1">
                <a:latin typeface="Times New Roman"/>
                <a:ea typeface="SimSun"/>
                <a:cs typeface="Arial"/>
              </a:rPr>
              <a:t>Nithiyameenatchi</a:t>
            </a:r>
            <a:r>
              <a:rPr lang="en-US" sz="2000" dirty="0">
                <a:latin typeface="Times New Roman"/>
                <a:ea typeface="SimSun"/>
                <a:cs typeface="Arial"/>
              </a:rPr>
              <a:t>, N., Rajkumar, S., Konguvel, E., Narayan, M. A., &amp; Balaji, B. (2024). Analysis of Parkinson’s and Alzheimer’s Disease Using Various Machine Learning Based Algorithm. 2024 3rd</a:t>
            </a:r>
            <a:r>
              <a:rPr lang="en-US" sz="2000" i="1" dirty="0">
                <a:latin typeface="Times New Roman"/>
                <a:ea typeface="SimSun"/>
                <a:cs typeface="Arial"/>
              </a:rPr>
              <a:t> </a:t>
            </a:r>
            <a:r>
              <a:rPr lang="en-US" sz="2000" dirty="0">
                <a:latin typeface="Times New Roman"/>
                <a:ea typeface="SimSun"/>
                <a:cs typeface="Arial"/>
              </a:rPr>
              <a:t>International Conference on Artificial Intelligence For Internet of Things (</a:t>
            </a:r>
            <a:r>
              <a:rPr lang="en-US" sz="2000" dirty="0" err="1">
                <a:latin typeface="Times New Roman"/>
                <a:ea typeface="SimSun"/>
                <a:cs typeface="Arial"/>
              </a:rPr>
              <a:t>AIIoT</a:t>
            </a:r>
            <a:r>
              <a:rPr lang="en-US" sz="2000" dirty="0">
                <a:latin typeface="Times New Roman"/>
                <a:ea typeface="SimSun"/>
                <a:cs typeface="Arial"/>
              </a:rPr>
              <a:t>). IEEE.</a:t>
            </a:r>
            <a:endParaRPr lang="en-US" sz="2000" dirty="0">
              <a:latin typeface="Times New Roman"/>
              <a:ea typeface="SimSun"/>
              <a:cs typeface="Times New Roman"/>
            </a:endParaRPr>
          </a:p>
          <a:p>
            <a:pPr algn="just"/>
            <a:r>
              <a:rPr lang="en-US" altLang="zh-CN" sz="2000" dirty="0">
                <a:latin typeface="Times New Roman"/>
                <a:ea typeface="SimSun"/>
                <a:cs typeface="Times New Roman"/>
              </a:rPr>
              <a:t>[2] Little, M. A., McSharry, P. E., Hunter, E. J., Spielman, J., &amp; Ramig, L. O. (2009). Suitability of dysphonia measurements for telemonitoring of Parkinson’s disease. IEEE Transactions on Biomedical Engineering, 56(4), 1015–1022. </a:t>
            </a:r>
          </a:p>
          <a:p>
            <a:pPr algn="just"/>
            <a:r>
              <a:rPr lang="en-US" altLang="zh-CN" sz="2000" dirty="0">
                <a:latin typeface="Times New Roman"/>
                <a:ea typeface="SimSun"/>
                <a:cs typeface="Times New Roman"/>
              </a:rPr>
              <a:t>[3]</a:t>
            </a:r>
            <a:r>
              <a:rPr lang="en-US" sz="2000" dirty="0">
                <a:latin typeface="Times New Roman"/>
                <a:ea typeface="SimSun"/>
                <a:cs typeface="Arial"/>
              </a:rPr>
              <a:t> Zhang, Y., Jin, Y., Chen, G., Ma, Y., Jia, M., &amp; Song, P. (2025). Using Corrected ASR Projection to Improve AD Recognition Performance from Spontaneous Speech. ICASSP 2025 - 2025 IEEE International</a:t>
            </a:r>
            <a:r>
              <a:rPr lang="en-US" sz="2000" i="1" dirty="0">
                <a:latin typeface="Times New Roman"/>
                <a:ea typeface="SimSun"/>
                <a:cs typeface="Arial"/>
              </a:rPr>
              <a:t> </a:t>
            </a:r>
            <a:r>
              <a:rPr lang="en-US" sz="2000" dirty="0">
                <a:latin typeface="Times New Roman"/>
                <a:ea typeface="SimSun"/>
                <a:cs typeface="Arial"/>
              </a:rPr>
              <a:t>Conference on Acoustics, Speech and Signal Processing (ICASSP). IEEE.</a:t>
            </a:r>
          </a:p>
          <a:p>
            <a:pPr algn="just"/>
            <a:r>
              <a:rPr lang="en-US" altLang="zh-CN" sz="2000" dirty="0">
                <a:latin typeface="Times New Roman"/>
                <a:ea typeface="SimSun"/>
                <a:cs typeface="Times New Roman"/>
              </a:rPr>
              <a:t>[4] </a:t>
            </a:r>
            <a:r>
              <a:rPr lang="en-US" sz="2000" dirty="0">
                <a:latin typeface="Times New Roman"/>
                <a:ea typeface="SimSun"/>
                <a:cs typeface="Arial"/>
              </a:rPr>
              <a:t>Patro, P., &amp; Das, T. K. (2025). Artificial Intelligence in Action (2019-2024): A Review on Parkinson’s Disease Detection Using Non-Invasive Procedures. IEEE Access, 13. IEEE.</a:t>
            </a:r>
          </a:p>
          <a:p>
            <a:pPr algn="just"/>
            <a:r>
              <a:rPr lang="en-US" altLang="zh-CN" sz="2000" dirty="0">
                <a:latin typeface="Times New Roman"/>
                <a:ea typeface="SimSun"/>
                <a:cs typeface="Times New Roman"/>
              </a:rPr>
              <a:t>[5]</a:t>
            </a:r>
            <a:r>
              <a:rPr lang="en-US" sz="2000" dirty="0">
                <a:latin typeface="Times New Roman"/>
                <a:ea typeface="SimSun"/>
                <a:cs typeface="Arial"/>
              </a:rPr>
              <a:t>Pahuja, G., &amp; Nagabhushan</a:t>
            </a:r>
            <a:r>
              <a:rPr lang="en-US" sz="2000" dirty="0">
                <a:latin typeface="Times New Roman"/>
                <a:ea typeface="Calibri"/>
                <a:cs typeface="Arial"/>
              </a:rPr>
              <a:t>, T. N. (2016). A novel GA-ELM approach for Parkinson's disease detection using brain structural T1-weighted MRI data. 2016 Second International Conference on Cognitive Computing and Information Processing (CCIP). IEEE.</a:t>
            </a:r>
            <a:endParaRPr lang="en-US" altLang="zh-CN" sz="2000" dirty="0">
              <a:latin typeface="Times New Roman"/>
              <a:ea typeface="Calibri"/>
              <a:cs typeface="Arial"/>
            </a:endParaRPr>
          </a:p>
          <a:p>
            <a:pPr algn="ctr">
              <a:buFont typeface="Arial" panose="020B0604020202020204" pitchFamily="34" charset="0"/>
              <a:buNone/>
            </a:pPr>
            <a:endParaRPr lang="en-US" altLang="zh-CN" sz="4400" dirty="0">
              <a:solidFill>
                <a:srgbClr val="FF0000"/>
              </a:solidFill>
              <a:latin typeface="Times New Roman" panose="02020603050405020304" pitchFamily="18" charset="0"/>
              <a:ea typeface="SimSun" panose="02010600030101010101" pitchFamily="2" charset="-122"/>
            </a:endParaRPr>
          </a:p>
        </p:txBody>
      </p:sp>
    </p:spTree>
    <p:extLst>
      <p:ext uri="{BB962C8B-B14F-4D97-AF65-F5344CB8AC3E}">
        <p14:creationId xmlns:p14="http://schemas.microsoft.com/office/powerpoint/2010/main" val="8687247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Date Placeholder 1">
            <a:extLst>
              <a:ext uri="{FF2B5EF4-FFF2-40B4-BE49-F238E27FC236}">
                <a16:creationId xmlns:a16="http://schemas.microsoft.com/office/drawing/2014/main" id="{94C073F2-6670-354E-4EF0-D8022453C087}"/>
              </a:ext>
            </a:extLst>
          </p:cNvPr>
          <p:cNvSpPr>
            <a:spLocks noGrp="1" noChangeArrowheads="1"/>
          </p:cNvSpPr>
          <p:nvPr>
            <p:ph type="dt" sz="quarter" idx="10"/>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r>
              <a:rPr lang="en-US" altLang="zh-CN" sz="1400" dirty="0">
                <a:solidFill>
                  <a:srgbClr val="898989"/>
                </a:solidFill>
                <a:latin typeface="Batang" panose="02030600000101010101" pitchFamily="18" charset="-127"/>
              </a:rPr>
              <a:t>18-11-2025</a:t>
            </a:r>
            <a:endParaRPr lang="en-IN" altLang="en-US" sz="1400" dirty="0">
              <a:solidFill>
                <a:srgbClr val="898989"/>
              </a:solidFill>
              <a:latin typeface="Batang" panose="02030600000101010101" pitchFamily="18" charset="-127"/>
            </a:endParaRPr>
          </a:p>
        </p:txBody>
      </p:sp>
      <p:sp>
        <p:nvSpPr>
          <p:cNvPr id="3" name="Footer Placeholder 2">
            <a:extLst>
              <a:ext uri="{FF2B5EF4-FFF2-40B4-BE49-F238E27FC236}">
                <a16:creationId xmlns:a16="http://schemas.microsoft.com/office/drawing/2014/main" id="{3B0A2C9F-E980-8213-E828-CD3057DE873D}"/>
              </a:ext>
            </a:extLst>
          </p:cNvPr>
          <p:cNvSpPr>
            <a:spLocks noGrp="1"/>
          </p:cNvSpPr>
          <p:nvPr>
            <p:ph type="ftr" sz="quarter" idx="11"/>
          </p:nvPr>
        </p:nvSpPr>
        <p:spPr/>
        <p:txBody>
          <a:bodyPr/>
          <a:lstStyle/>
          <a:p>
            <a:pPr>
              <a:defRPr/>
            </a:pPr>
            <a:r>
              <a:rPr lang="en-IN" dirty="0"/>
              <a:t>Batch no : </a:t>
            </a:r>
            <a:r>
              <a:rPr lang="en-US" dirty="0"/>
              <a:t>09</a:t>
            </a:r>
            <a:endParaRPr lang="en-US" altLang="en-IN" dirty="0"/>
          </a:p>
        </p:txBody>
      </p:sp>
      <p:sp>
        <p:nvSpPr>
          <p:cNvPr id="41988" name="Slide Number Placeholder 3">
            <a:extLst>
              <a:ext uri="{FF2B5EF4-FFF2-40B4-BE49-F238E27FC236}">
                <a16:creationId xmlns:a16="http://schemas.microsoft.com/office/drawing/2014/main" id="{2D683E40-C9F7-EAD8-4D07-3243CD3FB0F3}"/>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nSpc>
                <a:spcPct val="100000"/>
              </a:lnSpc>
              <a:spcBef>
                <a:spcPct val="0"/>
              </a:spcBef>
              <a:buFont typeface="Arial" panose="020B0604020202020204" pitchFamily="34" charset="0"/>
              <a:buNone/>
            </a:pPr>
            <a:fld id="{31C5539D-19C1-4D1D-A687-449E457D97A3}" type="slidenum">
              <a:rPr lang="en-IN" altLang="en-US" sz="1400">
                <a:solidFill>
                  <a:srgbClr val="898989"/>
                </a:solidFill>
                <a:latin typeface="Batang" panose="02030600000101010101" pitchFamily="18" charset="-127"/>
              </a:rPr>
              <a:pPr>
                <a:lnSpc>
                  <a:spcPct val="100000"/>
                </a:lnSpc>
                <a:spcBef>
                  <a:spcPct val="0"/>
                </a:spcBef>
                <a:buFont typeface="Arial" panose="020B0604020202020204" pitchFamily="34" charset="0"/>
                <a:buNone/>
              </a:pPr>
              <a:t>24</a:t>
            </a:fld>
            <a:endParaRPr lang="en-IN" altLang="en-US" sz="1400">
              <a:solidFill>
                <a:srgbClr val="898989"/>
              </a:solidFill>
              <a:latin typeface="Batang" panose="02030600000101010101" pitchFamily="18" charset="-127"/>
            </a:endParaRPr>
          </a:p>
        </p:txBody>
      </p:sp>
      <p:pic>
        <p:nvPicPr>
          <p:cNvPr id="5" name="Picture 3">
            <a:extLst>
              <a:ext uri="{FF2B5EF4-FFF2-40B4-BE49-F238E27FC236}">
                <a16:creationId xmlns:a16="http://schemas.microsoft.com/office/drawing/2014/main" id="{F75A988B-9D41-88B6-8B46-0787D8F66C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1713" y="1204913"/>
            <a:ext cx="4776787" cy="467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extLst>
              <a:ext uri="{FF2B5EF4-FFF2-40B4-BE49-F238E27FC236}">
                <a16:creationId xmlns:a16="http://schemas.microsoft.com/office/drawing/2014/main" id="{69939476-FCEF-45D3-766A-4C5E2AEA5863}"/>
              </a:ext>
            </a:extLst>
          </p:cNvPr>
          <p:cNvSpPr/>
          <p:nvPr/>
        </p:nvSpPr>
        <p:spPr>
          <a:xfrm>
            <a:off x="3078163" y="808038"/>
            <a:ext cx="5837237" cy="5195887"/>
          </a:xfrm>
          <a:prstGeom prst="rect">
            <a:avLst/>
          </a:prstGeom>
          <a:solidFill>
            <a:schemeClr val="bg1">
              <a:alpha val="9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hangingPunct="1">
              <a:buFont typeface="Arial" panose="020B0604020202020204" pitchFamily="34" charset="0"/>
              <a:buNone/>
              <a:defRPr/>
            </a:pPr>
            <a:endParaRPr lang="en-US" altLang="zh-CN">
              <a:solidFill>
                <a:srgbClr val="FFFFFF"/>
              </a:solidFill>
              <a:ea typeface="SimSun" pitchFamily="2" charset="-122"/>
            </a:endParaRPr>
          </a:p>
        </p:txBody>
      </p:sp>
      <p:pic>
        <p:nvPicPr>
          <p:cNvPr id="27650" name="Picture 2">
            <a:extLst>
              <a:ext uri="{FF2B5EF4-FFF2-40B4-BE49-F238E27FC236}">
                <a16:creationId xmlns:a16="http://schemas.microsoft.com/office/drawing/2014/main" id="{00D68176-BB24-C295-B118-6D1A715EC4F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350" y="1631950"/>
            <a:ext cx="2030413"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a:extLst>
              <a:ext uri="{FF2B5EF4-FFF2-40B4-BE49-F238E27FC236}">
                <a16:creationId xmlns:a16="http://schemas.microsoft.com/office/drawing/2014/main" id="{01BD0289-A941-E1BC-6285-D6A8E9A21C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7675" y="1539875"/>
            <a:ext cx="2030413" cy="341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7650"/>
                                        </p:tgtEl>
                                        <p:attrNameLst>
                                          <p:attrName>style.visibility</p:attrName>
                                        </p:attrNameLst>
                                      </p:cBhvr>
                                      <p:to>
                                        <p:strVal val="visible"/>
                                      </p:to>
                                    </p:set>
                                    <p:animEffect transition="in" filter="blinds(horizontal)">
                                      <p:cBhvr>
                                        <p:cTn id="7" dur="500"/>
                                        <p:tgtEl>
                                          <p:spTgt spid="27650"/>
                                        </p:tgtEl>
                                      </p:cBhvr>
                                    </p:animEffect>
                                  </p:childTnLst>
                                </p:cTn>
                              </p:par>
                              <p:par>
                                <p:cTn id="8" presetID="3" presetClass="entr" presetSubtype="1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linds(horizontal)">
                                      <p:cBhvr>
                                        <p:cTn id="10" dur="500"/>
                                        <p:tgtEl>
                                          <p:spTgt spid="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blinds(horizontal)">
                                      <p:cBhvr>
                                        <p:cTn id="20"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813</TotalTime>
  <Words>2203</Words>
  <Application>Microsoft Office PowerPoint</Application>
  <PresentationFormat>Widescreen</PresentationFormat>
  <Paragraphs>303</Paragraphs>
  <Slides>24</Slides>
  <Notes>23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24</vt:i4>
      </vt:variant>
    </vt:vector>
  </HeadingPairs>
  <TitlesOfParts>
    <vt:vector size="34" baseType="lpstr">
      <vt:lpstr>Arial</vt:lpstr>
      <vt:lpstr>Calibri Light</vt:lpstr>
      <vt:lpstr>Calibri</vt:lpstr>
      <vt:lpstr>SimSun</vt:lpstr>
      <vt:lpstr>Batang</vt:lpstr>
      <vt:lpstr>Bell MT</vt:lpstr>
      <vt:lpstr>Times New Roman</vt:lpstr>
      <vt:lpstr>+mn-ea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Vivek</dc:creator>
  <cp:lastModifiedBy>Pavithra ram</cp:lastModifiedBy>
  <cp:revision>277</cp:revision>
  <cp:lastPrinted>2025-08-08T13:22:13Z</cp:lastPrinted>
  <dcterms:created xsi:type="dcterms:W3CDTF">2020-05-09T16:38:57Z</dcterms:created>
  <dcterms:modified xsi:type="dcterms:W3CDTF">2025-11-17T16:44:41Z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1033-10.2.0.7636</vt:lpwstr>
  </property>
</Properties>
</file>